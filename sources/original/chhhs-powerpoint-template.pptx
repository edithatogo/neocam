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62" r:id="rId5"/>
    <p:sldId id="291" r:id="rId6"/>
    <p:sldId id="319" r:id="rId7"/>
    <p:sldId id="301" r:id="rId8"/>
    <p:sldId id="293" r:id="rId9"/>
    <p:sldId id="294" r:id="rId10"/>
    <p:sldId id="297" r:id="rId11"/>
    <p:sldId id="298" r:id="rId12"/>
    <p:sldId id="305" r:id="rId13"/>
    <p:sldId id="306" r:id="rId14"/>
    <p:sldId id="307" r:id="rId15"/>
    <p:sldId id="315" r:id="rId16"/>
    <p:sldId id="316" r:id="rId17"/>
    <p:sldId id="318" r:id="rId18"/>
    <p:sldId id="274" r:id="rId19"/>
    <p:sldId id="287" r:id="rId20"/>
    <p:sldId id="288" r:id="rId21"/>
    <p:sldId id="2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793" userDrawn="1">
          <p15:clr>
            <a:srgbClr val="A4A3A4"/>
          </p15:clr>
        </p15:guide>
        <p15:guide id="4" pos="7348" userDrawn="1">
          <p15:clr>
            <a:srgbClr val="A4A3A4"/>
          </p15:clr>
        </p15:guide>
        <p15:guide id="5" pos="33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8996"/>
    <a:srgbClr val="2F7C86"/>
    <a:srgbClr val="618450"/>
    <a:srgbClr val="F7C470"/>
    <a:srgbClr val="71B16D"/>
    <a:srgbClr val="44B1C7"/>
    <a:srgbClr val="348693"/>
    <a:srgbClr val="636569"/>
    <a:srgbClr val="333333"/>
    <a:srgbClr val="002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654" autoAdjust="0"/>
  </p:normalViewPr>
  <p:slideViewPr>
    <p:cSldViewPr showGuides="1">
      <p:cViewPr varScale="1">
        <p:scale>
          <a:sx n="107" d="100"/>
          <a:sy n="107" d="100"/>
        </p:scale>
        <p:origin x="672" y="102"/>
      </p:cViewPr>
      <p:guideLst>
        <p:guide orient="horz" pos="2160"/>
        <p:guide pos="3840"/>
        <p:guide orient="horz" pos="3793"/>
        <p:guide pos="7348"/>
        <p:guide pos="332"/>
      </p:guideLst>
    </p:cSldViewPr>
  </p:slideViewPr>
  <p:notesTextViewPr>
    <p:cViewPr>
      <p:scale>
        <a:sx n="1" d="1"/>
        <a:sy n="1" d="1"/>
      </p:scale>
      <p:origin x="0" y="0"/>
    </p:cViewPr>
  </p:notesTextViewPr>
  <p:notesViewPr>
    <p:cSldViewPr showGuides="1">
      <p:cViewPr varScale="1">
        <p:scale>
          <a:sx n="81" d="100"/>
          <a:sy n="81" d="100"/>
        </p:scale>
        <p:origin x="-237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27570585468724"/>
          <c:y val="2.4398381193036733E-2"/>
          <c:w val="0.38702944790860683"/>
          <c:h val="0.85041610272890322"/>
        </c:manualLayout>
      </c:layout>
      <c:pieChart>
        <c:varyColors val="1"/>
        <c:ser>
          <c:idx val="0"/>
          <c:order val="0"/>
          <c:tx>
            <c:strRef>
              <c:f>Sheet1!$B$1</c:f>
              <c:strCache>
                <c:ptCount val="1"/>
                <c:pt idx="0">
                  <c:v>Series 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6</c:v>
                </c:pt>
                <c:pt idx="5">
                  <c:v>3</c:v>
                </c:pt>
              </c:numCache>
            </c:numRef>
          </c:val>
          <c:extLst>
            <c:ext xmlns:c16="http://schemas.microsoft.com/office/drawing/2014/chart" uri="{C3380CC4-5D6E-409C-BE32-E72D297353CC}">
              <c16:uniqueId val="{00000000-E9B4-49B6-BE04-3E1C06227123}"/>
            </c:ext>
          </c:extLst>
        </c:ser>
        <c:ser>
          <c:idx val="1"/>
          <c:order val="1"/>
          <c:tx>
            <c:strRef>
              <c:f>Sheet1!$C$1</c:f>
              <c:strCache>
                <c:ptCount val="1"/>
                <c:pt idx="0">
                  <c:v>Series 2</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D-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F-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1-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3-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5-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17-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2.4</c:v>
                </c:pt>
                <c:pt idx="1">
                  <c:v>4.4000000000000004</c:v>
                </c:pt>
                <c:pt idx="2">
                  <c:v>1.8</c:v>
                </c:pt>
                <c:pt idx="3">
                  <c:v>2.8</c:v>
                </c:pt>
                <c:pt idx="4">
                  <c:v>3</c:v>
                </c:pt>
                <c:pt idx="5">
                  <c:v>5</c:v>
                </c:pt>
              </c:numCache>
            </c:numRef>
          </c:val>
          <c:extLst>
            <c:ext xmlns:c16="http://schemas.microsoft.com/office/drawing/2014/chart" uri="{C3380CC4-5D6E-409C-BE32-E72D297353CC}">
              <c16:uniqueId val="{00000001-E9B4-49B6-BE04-3E1C06227123}"/>
            </c:ext>
          </c:extLst>
        </c:ser>
        <c:ser>
          <c:idx val="2"/>
          <c:order val="2"/>
          <c:tx>
            <c:strRef>
              <c:f>Sheet1!$D$1</c:f>
              <c:strCache>
                <c:ptCount val="1"/>
                <c:pt idx="0">
                  <c:v>Series 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9-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B-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D-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F-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21-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23-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Sheet1!$D$2:$D$7</c:f>
              <c:numCache>
                <c:formatCode>General</c:formatCode>
                <c:ptCount val="6"/>
                <c:pt idx="0">
                  <c:v>2</c:v>
                </c:pt>
                <c:pt idx="1">
                  <c:v>2</c:v>
                </c:pt>
                <c:pt idx="2">
                  <c:v>3</c:v>
                </c:pt>
                <c:pt idx="3">
                  <c:v>5</c:v>
                </c:pt>
                <c:pt idx="4">
                  <c:v>6</c:v>
                </c:pt>
                <c:pt idx="5">
                  <c:v>5</c:v>
                </c:pt>
              </c:numCache>
            </c:numRef>
          </c:val>
          <c:extLst>
            <c:ext xmlns:c16="http://schemas.microsoft.com/office/drawing/2014/chart" uri="{C3380CC4-5D6E-409C-BE32-E72D297353CC}">
              <c16:uniqueId val="{00000002-E9B4-49B6-BE04-3E1C06227123}"/>
            </c:ext>
          </c:extLst>
        </c:ser>
        <c:ser>
          <c:idx val="3"/>
          <c:order val="3"/>
          <c:tx>
            <c:strRef>
              <c:f>Sheet1!$E$1</c:f>
              <c:strCache>
                <c:ptCount val="1"/>
                <c:pt idx="0">
                  <c:v>Series 4</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25-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27-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29-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2B-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2D-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2F-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Sheet1!$E$2:$E$7</c:f>
              <c:numCache>
                <c:formatCode>General</c:formatCode>
                <c:ptCount val="6"/>
                <c:pt idx="0">
                  <c:v>1</c:v>
                </c:pt>
                <c:pt idx="1">
                  <c:v>2</c:v>
                </c:pt>
                <c:pt idx="2">
                  <c:v>3</c:v>
                </c:pt>
                <c:pt idx="3">
                  <c:v>4</c:v>
                </c:pt>
                <c:pt idx="4">
                  <c:v>2</c:v>
                </c:pt>
                <c:pt idx="5">
                  <c:v>7</c:v>
                </c:pt>
              </c:numCache>
            </c:numRef>
          </c:val>
          <c:extLst>
            <c:ext xmlns:c16="http://schemas.microsoft.com/office/drawing/2014/chart" uri="{C3380CC4-5D6E-409C-BE32-E72D297353CC}">
              <c16:uniqueId val="{00000003-E9B4-49B6-BE04-3E1C06227123}"/>
            </c:ext>
          </c:extLst>
        </c:ser>
        <c:ser>
          <c:idx val="4"/>
          <c:order val="4"/>
          <c:tx>
            <c:strRef>
              <c:f>Sheet1!$F$1</c:f>
              <c:strCache>
                <c:ptCount val="1"/>
                <c:pt idx="0">
                  <c:v>Series 5</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31-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33-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35-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37-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39-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3B-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Sheet1!$F$2:$F$7</c:f>
              <c:numCache>
                <c:formatCode>General</c:formatCode>
                <c:ptCount val="6"/>
                <c:pt idx="0">
                  <c:v>4</c:v>
                </c:pt>
                <c:pt idx="1">
                  <c:v>6</c:v>
                </c:pt>
                <c:pt idx="2">
                  <c:v>3</c:v>
                </c:pt>
                <c:pt idx="3">
                  <c:v>7</c:v>
                </c:pt>
                <c:pt idx="4">
                  <c:v>4</c:v>
                </c:pt>
                <c:pt idx="5">
                  <c:v>2</c:v>
                </c:pt>
              </c:numCache>
            </c:numRef>
          </c:val>
          <c:extLst>
            <c:ext xmlns:c16="http://schemas.microsoft.com/office/drawing/2014/chart" uri="{C3380CC4-5D6E-409C-BE32-E72D297353CC}">
              <c16:uniqueId val="{00000004-E9B4-49B6-BE04-3E1C06227123}"/>
            </c:ext>
          </c:extLst>
        </c:ser>
        <c:ser>
          <c:idx val="5"/>
          <c:order val="5"/>
          <c:tx>
            <c:strRef>
              <c:f>Sheet1!$G$1</c:f>
              <c:strCache>
                <c:ptCount val="1"/>
                <c:pt idx="0">
                  <c:v>Series 6</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3D-B9E3-4F9F-93D4-DA0C06676F6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3F-B9E3-4F9F-93D4-DA0C06676F6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41-B9E3-4F9F-93D4-DA0C06676F6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43-B9E3-4F9F-93D4-DA0C06676F6A}"/>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45-B9E3-4F9F-93D4-DA0C06676F6A}"/>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47-B9E3-4F9F-93D4-DA0C06676F6A}"/>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Sheet1!$G$2:$G$7</c:f>
              <c:numCache>
                <c:formatCode>General</c:formatCode>
                <c:ptCount val="6"/>
                <c:pt idx="0">
                  <c:v>6</c:v>
                </c:pt>
                <c:pt idx="1">
                  <c:v>3</c:v>
                </c:pt>
                <c:pt idx="2">
                  <c:v>5</c:v>
                </c:pt>
                <c:pt idx="3">
                  <c:v>4</c:v>
                </c:pt>
                <c:pt idx="4">
                  <c:v>8</c:v>
                </c:pt>
                <c:pt idx="5">
                  <c:v>4</c:v>
                </c:pt>
              </c:numCache>
            </c:numRef>
          </c:val>
          <c:extLst>
            <c:ext xmlns:c16="http://schemas.microsoft.com/office/drawing/2014/chart" uri="{C3380CC4-5D6E-409C-BE32-E72D297353CC}">
              <c16:uniqueId val="{00000005-E9B4-49B6-BE04-3E1C0622712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F6B384-D790-4672-A4BB-99188E200FAC}" type="doc">
      <dgm:prSet loTypeId="urn:microsoft.com/office/officeart/2005/8/layout/hChevron3" loCatId="process" qsTypeId="urn:microsoft.com/office/officeart/2005/8/quickstyle/simple1" qsCatId="simple" csTypeId="urn:microsoft.com/office/officeart/2005/8/colors/accent5_3" csCatId="accent5" phldr="1"/>
      <dgm:spPr/>
    </dgm:pt>
    <dgm:pt modelId="{46AD46D6-6B6A-4427-BC14-9C40F6492E53}">
      <dgm:prSet phldrT="[Text]" custT="1"/>
      <dgm:spPr/>
      <dgm:t>
        <a:bodyPr/>
        <a:lstStyle/>
        <a:p>
          <a:r>
            <a:rPr lang="en-AU" sz="1400" dirty="0"/>
            <a:t>Data 1</a:t>
          </a:r>
        </a:p>
      </dgm:t>
    </dgm:pt>
    <dgm:pt modelId="{FD4D2100-D53E-45BA-B287-3FF800D5B8EA}" type="parTrans" cxnId="{A913FBC4-A4B3-4FB9-8F0C-82266068A84C}">
      <dgm:prSet/>
      <dgm:spPr/>
      <dgm:t>
        <a:bodyPr/>
        <a:lstStyle/>
        <a:p>
          <a:endParaRPr lang="en-AU" sz="1600"/>
        </a:p>
      </dgm:t>
    </dgm:pt>
    <dgm:pt modelId="{6FC2BBDC-494F-4CA5-A044-02EF93EA9592}" type="sibTrans" cxnId="{A913FBC4-A4B3-4FB9-8F0C-82266068A84C}">
      <dgm:prSet/>
      <dgm:spPr/>
      <dgm:t>
        <a:bodyPr/>
        <a:lstStyle/>
        <a:p>
          <a:endParaRPr lang="en-AU" sz="1600"/>
        </a:p>
      </dgm:t>
    </dgm:pt>
    <dgm:pt modelId="{3D32E5CB-7848-4E23-8657-A192CB2F1E50}">
      <dgm:prSet phldrT="[Text]" custT="1"/>
      <dgm:spPr/>
      <dgm:t>
        <a:bodyPr/>
        <a:lstStyle/>
        <a:p>
          <a:r>
            <a:rPr lang="en-AU" sz="1400" dirty="0"/>
            <a:t>Data 2</a:t>
          </a:r>
        </a:p>
      </dgm:t>
    </dgm:pt>
    <dgm:pt modelId="{2C8A4FD7-DC7E-4977-9665-F54B9142BCBA}" type="parTrans" cxnId="{009504BD-DDD8-43BB-A13A-7CA71631029F}">
      <dgm:prSet/>
      <dgm:spPr/>
      <dgm:t>
        <a:bodyPr/>
        <a:lstStyle/>
        <a:p>
          <a:endParaRPr lang="en-AU" sz="1600"/>
        </a:p>
      </dgm:t>
    </dgm:pt>
    <dgm:pt modelId="{5249AB84-DFD6-4239-B5F8-DED881F9A67D}" type="sibTrans" cxnId="{009504BD-DDD8-43BB-A13A-7CA71631029F}">
      <dgm:prSet/>
      <dgm:spPr/>
      <dgm:t>
        <a:bodyPr/>
        <a:lstStyle/>
        <a:p>
          <a:endParaRPr lang="en-AU" sz="1600"/>
        </a:p>
      </dgm:t>
    </dgm:pt>
    <dgm:pt modelId="{CA7D37A6-71B2-4208-AFDD-90329C3DD560}">
      <dgm:prSet phldrT="[Text]" custT="1"/>
      <dgm:spPr/>
      <dgm:t>
        <a:bodyPr/>
        <a:lstStyle/>
        <a:p>
          <a:r>
            <a:rPr lang="en-AU" sz="1400" dirty="0"/>
            <a:t>Data 3</a:t>
          </a:r>
        </a:p>
      </dgm:t>
    </dgm:pt>
    <dgm:pt modelId="{E64A3A4E-55C7-4BB1-B79B-A3042FA42E2C}" type="parTrans" cxnId="{9B446998-5F05-497A-8B02-27B8D5EF086F}">
      <dgm:prSet/>
      <dgm:spPr/>
      <dgm:t>
        <a:bodyPr/>
        <a:lstStyle/>
        <a:p>
          <a:endParaRPr lang="en-AU" sz="1600"/>
        </a:p>
      </dgm:t>
    </dgm:pt>
    <dgm:pt modelId="{77D3B4C0-E917-4EE0-86A4-E84874E7798A}" type="sibTrans" cxnId="{9B446998-5F05-497A-8B02-27B8D5EF086F}">
      <dgm:prSet/>
      <dgm:spPr/>
      <dgm:t>
        <a:bodyPr/>
        <a:lstStyle/>
        <a:p>
          <a:endParaRPr lang="en-AU" sz="1600"/>
        </a:p>
      </dgm:t>
    </dgm:pt>
    <dgm:pt modelId="{D459A45A-F074-4EEF-B521-40E22801195C}">
      <dgm:prSet custT="1"/>
      <dgm:spPr/>
      <dgm:t>
        <a:bodyPr/>
        <a:lstStyle/>
        <a:p>
          <a:r>
            <a:rPr lang="en-AU" sz="1400" dirty="0"/>
            <a:t>Data 4</a:t>
          </a:r>
        </a:p>
      </dgm:t>
    </dgm:pt>
    <dgm:pt modelId="{20B7782B-A202-4B4B-B816-952A25A09288}" type="parTrans" cxnId="{85706AF2-FBBD-416C-8A3A-8B913EA33AD6}">
      <dgm:prSet/>
      <dgm:spPr/>
      <dgm:t>
        <a:bodyPr/>
        <a:lstStyle/>
        <a:p>
          <a:endParaRPr lang="en-AU" sz="1600"/>
        </a:p>
      </dgm:t>
    </dgm:pt>
    <dgm:pt modelId="{33A153CE-D788-4B92-B8F0-693204F260B5}" type="sibTrans" cxnId="{85706AF2-FBBD-416C-8A3A-8B913EA33AD6}">
      <dgm:prSet/>
      <dgm:spPr/>
      <dgm:t>
        <a:bodyPr/>
        <a:lstStyle/>
        <a:p>
          <a:endParaRPr lang="en-AU" sz="1600"/>
        </a:p>
      </dgm:t>
    </dgm:pt>
    <dgm:pt modelId="{0A206DC0-C973-4995-92BE-EF15979B7918}">
      <dgm:prSet custT="1"/>
      <dgm:spPr/>
      <dgm:t>
        <a:bodyPr/>
        <a:lstStyle/>
        <a:p>
          <a:r>
            <a:rPr lang="en-AU" sz="1400" dirty="0"/>
            <a:t>Data 5</a:t>
          </a:r>
        </a:p>
      </dgm:t>
    </dgm:pt>
    <dgm:pt modelId="{2C9DA8C2-6D0F-4C2A-8DE3-BE5274139D4F}" type="parTrans" cxnId="{9073FF84-BDB6-4B3B-AACA-87599CE0A444}">
      <dgm:prSet/>
      <dgm:spPr/>
      <dgm:t>
        <a:bodyPr/>
        <a:lstStyle/>
        <a:p>
          <a:endParaRPr lang="en-AU" sz="1600"/>
        </a:p>
      </dgm:t>
    </dgm:pt>
    <dgm:pt modelId="{EF66DEDF-AE80-4B00-B27C-1FEF34DEB641}" type="sibTrans" cxnId="{9073FF84-BDB6-4B3B-AACA-87599CE0A444}">
      <dgm:prSet/>
      <dgm:spPr/>
      <dgm:t>
        <a:bodyPr/>
        <a:lstStyle/>
        <a:p>
          <a:endParaRPr lang="en-AU" sz="1600"/>
        </a:p>
      </dgm:t>
    </dgm:pt>
    <dgm:pt modelId="{A98FE1C2-2AAF-45FF-9D4D-2F2EF3762B15}">
      <dgm:prSet custT="1"/>
      <dgm:spPr/>
      <dgm:t>
        <a:bodyPr/>
        <a:lstStyle/>
        <a:p>
          <a:r>
            <a:rPr lang="en-AU" sz="1400" dirty="0"/>
            <a:t>Data 6</a:t>
          </a:r>
        </a:p>
      </dgm:t>
    </dgm:pt>
    <dgm:pt modelId="{A95E79BA-0995-4788-A281-C99771516A24}" type="parTrans" cxnId="{63DDBCFB-F67F-4F8B-BB5B-25EF3573A0DF}">
      <dgm:prSet/>
      <dgm:spPr/>
      <dgm:t>
        <a:bodyPr/>
        <a:lstStyle/>
        <a:p>
          <a:endParaRPr lang="en-AU" sz="1600"/>
        </a:p>
      </dgm:t>
    </dgm:pt>
    <dgm:pt modelId="{400DED3F-B19C-4858-AAB9-235754A35AB5}" type="sibTrans" cxnId="{63DDBCFB-F67F-4F8B-BB5B-25EF3573A0DF}">
      <dgm:prSet/>
      <dgm:spPr/>
      <dgm:t>
        <a:bodyPr/>
        <a:lstStyle/>
        <a:p>
          <a:endParaRPr lang="en-AU" sz="1600"/>
        </a:p>
      </dgm:t>
    </dgm:pt>
    <dgm:pt modelId="{BE788791-C742-428C-9FFE-31A80ED01E3F}" type="pres">
      <dgm:prSet presAssocID="{27F6B384-D790-4672-A4BB-99188E200FAC}" presName="Name0" presStyleCnt="0">
        <dgm:presLayoutVars>
          <dgm:dir/>
          <dgm:resizeHandles val="exact"/>
        </dgm:presLayoutVars>
      </dgm:prSet>
      <dgm:spPr/>
    </dgm:pt>
    <dgm:pt modelId="{F24E41E9-3A74-4189-A45B-AFB3A844D6F8}" type="pres">
      <dgm:prSet presAssocID="{46AD46D6-6B6A-4427-BC14-9C40F6492E53}" presName="parTxOnly" presStyleLbl="node1" presStyleIdx="0" presStyleCnt="6">
        <dgm:presLayoutVars>
          <dgm:bulletEnabled val="1"/>
        </dgm:presLayoutVars>
      </dgm:prSet>
      <dgm:spPr/>
    </dgm:pt>
    <dgm:pt modelId="{0670653B-9C6A-4FA9-AC61-B8CF0E43C169}" type="pres">
      <dgm:prSet presAssocID="{6FC2BBDC-494F-4CA5-A044-02EF93EA9592}" presName="parSpace" presStyleCnt="0"/>
      <dgm:spPr/>
    </dgm:pt>
    <dgm:pt modelId="{41954BF0-1E8F-4E2B-B873-2FAE91002295}" type="pres">
      <dgm:prSet presAssocID="{3D32E5CB-7848-4E23-8657-A192CB2F1E50}" presName="parTxOnly" presStyleLbl="node1" presStyleIdx="1" presStyleCnt="6">
        <dgm:presLayoutVars>
          <dgm:bulletEnabled val="1"/>
        </dgm:presLayoutVars>
      </dgm:prSet>
      <dgm:spPr/>
    </dgm:pt>
    <dgm:pt modelId="{51DD8BDA-A54F-40B6-944B-FD2EB65758CD}" type="pres">
      <dgm:prSet presAssocID="{5249AB84-DFD6-4239-B5F8-DED881F9A67D}" presName="parSpace" presStyleCnt="0"/>
      <dgm:spPr/>
    </dgm:pt>
    <dgm:pt modelId="{07B0EF40-E3E7-42A8-893F-1255B9AEC532}" type="pres">
      <dgm:prSet presAssocID="{CA7D37A6-71B2-4208-AFDD-90329C3DD560}" presName="parTxOnly" presStyleLbl="node1" presStyleIdx="2" presStyleCnt="6">
        <dgm:presLayoutVars>
          <dgm:bulletEnabled val="1"/>
        </dgm:presLayoutVars>
      </dgm:prSet>
      <dgm:spPr/>
    </dgm:pt>
    <dgm:pt modelId="{0321CDA5-8FA2-4358-9641-7278DA3FE892}" type="pres">
      <dgm:prSet presAssocID="{77D3B4C0-E917-4EE0-86A4-E84874E7798A}" presName="parSpace" presStyleCnt="0"/>
      <dgm:spPr/>
    </dgm:pt>
    <dgm:pt modelId="{C28CB36C-6139-4963-BDCA-2498DF22151D}" type="pres">
      <dgm:prSet presAssocID="{D459A45A-F074-4EEF-B521-40E22801195C}" presName="parTxOnly" presStyleLbl="node1" presStyleIdx="3" presStyleCnt="6">
        <dgm:presLayoutVars>
          <dgm:bulletEnabled val="1"/>
        </dgm:presLayoutVars>
      </dgm:prSet>
      <dgm:spPr/>
    </dgm:pt>
    <dgm:pt modelId="{604A8C7B-694C-4B9B-B720-7460B0AA4C8B}" type="pres">
      <dgm:prSet presAssocID="{33A153CE-D788-4B92-B8F0-693204F260B5}" presName="parSpace" presStyleCnt="0"/>
      <dgm:spPr/>
    </dgm:pt>
    <dgm:pt modelId="{3938038B-A36D-4CA5-9E97-BE40698086BC}" type="pres">
      <dgm:prSet presAssocID="{0A206DC0-C973-4995-92BE-EF15979B7918}" presName="parTxOnly" presStyleLbl="node1" presStyleIdx="4" presStyleCnt="6">
        <dgm:presLayoutVars>
          <dgm:bulletEnabled val="1"/>
        </dgm:presLayoutVars>
      </dgm:prSet>
      <dgm:spPr/>
    </dgm:pt>
    <dgm:pt modelId="{64C44507-7D06-4DBE-BD3E-A544C8E82C70}" type="pres">
      <dgm:prSet presAssocID="{EF66DEDF-AE80-4B00-B27C-1FEF34DEB641}" presName="parSpace" presStyleCnt="0"/>
      <dgm:spPr/>
    </dgm:pt>
    <dgm:pt modelId="{EAD90D25-4D52-49F7-BB36-0B4C177CC1AC}" type="pres">
      <dgm:prSet presAssocID="{A98FE1C2-2AAF-45FF-9D4D-2F2EF3762B15}" presName="parTxOnly" presStyleLbl="node1" presStyleIdx="5" presStyleCnt="6">
        <dgm:presLayoutVars>
          <dgm:bulletEnabled val="1"/>
        </dgm:presLayoutVars>
      </dgm:prSet>
      <dgm:spPr/>
    </dgm:pt>
  </dgm:ptLst>
  <dgm:cxnLst>
    <dgm:cxn modelId="{F3B09F39-530B-4F66-BB4B-ECABC6F31CC5}" type="presOf" srcId="{27F6B384-D790-4672-A4BB-99188E200FAC}" destId="{BE788791-C742-428C-9FFE-31A80ED01E3F}" srcOrd="0" destOrd="0" presId="urn:microsoft.com/office/officeart/2005/8/layout/hChevron3"/>
    <dgm:cxn modelId="{84EFC15F-5D96-4FA2-ABD0-D35DA98123DD}" type="presOf" srcId="{3D32E5CB-7848-4E23-8657-A192CB2F1E50}" destId="{41954BF0-1E8F-4E2B-B873-2FAE91002295}" srcOrd="0" destOrd="0" presId="urn:microsoft.com/office/officeart/2005/8/layout/hChevron3"/>
    <dgm:cxn modelId="{0346A850-D4E0-4AE9-94DC-4D87F7F97F1D}" type="presOf" srcId="{0A206DC0-C973-4995-92BE-EF15979B7918}" destId="{3938038B-A36D-4CA5-9E97-BE40698086BC}" srcOrd="0" destOrd="0" presId="urn:microsoft.com/office/officeart/2005/8/layout/hChevron3"/>
    <dgm:cxn modelId="{BE165E77-DF0C-4D2D-8303-0F86C05404B6}" type="presOf" srcId="{D459A45A-F074-4EEF-B521-40E22801195C}" destId="{C28CB36C-6139-4963-BDCA-2498DF22151D}" srcOrd="0" destOrd="0" presId="urn:microsoft.com/office/officeart/2005/8/layout/hChevron3"/>
    <dgm:cxn modelId="{9073FF84-BDB6-4B3B-AACA-87599CE0A444}" srcId="{27F6B384-D790-4672-A4BB-99188E200FAC}" destId="{0A206DC0-C973-4995-92BE-EF15979B7918}" srcOrd="4" destOrd="0" parTransId="{2C9DA8C2-6D0F-4C2A-8DE3-BE5274139D4F}" sibTransId="{EF66DEDF-AE80-4B00-B27C-1FEF34DEB641}"/>
    <dgm:cxn modelId="{9B446998-5F05-497A-8B02-27B8D5EF086F}" srcId="{27F6B384-D790-4672-A4BB-99188E200FAC}" destId="{CA7D37A6-71B2-4208-AFDD-90329C3DD560}" srcOrd="2" destOrd="0" parTransId="{E64A3A4E-55C7-4BB1-B79B-A3042FA42E2C}" sibTransId="{77D3B4C0-E917-4EE0-86A4-E84874E7798A}"/>
    <dgm:cxn modelId="{009504BD-DDD8-43BB-A13A-7CA71631029F}" srcId="{27F6B384-D790-4672-A4BB-99188E200FAC}" destId="{3D32E5CB-7848-4E23-8657-A192CB2F1E50}" srcOrd="1" destOrd="0" parTransId="{2C8A4FD7-DC7E-4977-9665-F54B9142BCBA}" sibTransId="{5249AB84-DFD6-4239-B5F8-DED881F9A67D}"/>
    <dgm:cxn modelId="{A913FBC4-A4B3-4FB9-8F0C-82266068A84C}" srcId="{27F6B384-D790-4672-A4BB-99188E200FAC}" destId="{46AD46D6-6B6A-4427-BC14-9C40F6492E53}" srcOrd="0" destOrd="0" parTransId="{FD4D2100-D53E-45BA-B287-3FF800D5B8EA}" sibTransId="{6FC2BBDC-494F-4CA5-A044-02EF93EA9592}"/>
    <dgm:cxn modelId="{A65434D9-E478-4D23-A51C-A794A2B6C1FB}" type="presOf" srcId="{CA7D37A6-71B2-4208-AFDD-90329C3DD560}" destId="{07B0EF40-E3E7-42A8-893F-1255B9AEC532}" srcOrd="0" destOrd="0" presId="urn:microsoft.com/office/officeart/2005/8/layout/hChevron3"/>
    <dgm:cxn modelId="{44F444E3-542C-417E-9231-409AC82A8486}" type="presOf" srcId="{A98FE1C2-2AAF-45FF-9D4D-2F2EF3762B15}" destId="{EAD90D25-4D52-49F7-BB36-0B4C177CC1AC}" srcOrd="0" destOrd="0" presId="urn:microsoft.com/office/officeart/2005/8/layout/hChevron3"/>
    <dgm:cxn modelId="{85706AF2-FBBD-416C-8A3A-8B913EA33AD6}" srcId="{27F6B384-D790-4672-A4BB-99188E200FAC}" destId="{D459A45A-F074-4EEF-B521-40E22801195C}" srcOrd="3" destOrd="0" parTransId="{20B7782B-A202-4B4B-B816-952A25A09288}" sibTransId="{33A153CE-D788-4B92-B8F0-693204F260B5}"/>
    <dgm:cxn modelId="{95ED06F8-2DD6-436C-B4F7-AC70C6BA991D}" type="presOf" srcId="{46AD46D6-6B6A-4427-BC14-9C40F6492E53}" destId="{F24E41E9-3A74-4189-A45B-AFB3A844D6F8}" srcOrd="0" destOrd="0" presId="urn:microsoft.com/office/officeart/2005/8/layout/hChevron3"/>
    <dgm:cxn modelId="{63DDBCFB-F67F-4F8B-BB5B-25EF3573A0DF}" srcId="{27F6B384-D790-4672-A4BB-99188E200FAC}" destId="{A98FE1C2-2AAF-45FF-9D4D-2F2EF3762B15}" srcOrd="5" destOrd="0" parTransId="{A95E79BA-0995-4788-A281-C99771516A24}" sibTransId="{400DED3F-B19C-4858-AAB9-235754A35AB5}"/>
    <dgm:cxn modelId="{B0BF2395-8C0E-43E8-B5A1-7F31C5B8118E}" type="presParOf" srcId="{BE788791-C742-428C-9FFE-31A80ED01E3F}" destId="{F24E41E9-3A74-4189-A45B-AFB3A844D6F8}" srcOrd="0" destOrd="0" presId="urn:microsoft.com/office/officeart/2005/8/layout/hChevron3"/>
    <dgm:cxn modelId="{922583B6-149F-43F4-92F8-902CA41577A6}" type="presParOf" srcId="{BE788791-C742-428C-9FFE-31A80ED01E3F}" destId="{0670653B-9C6A-4FA9-AC61-B8CF0E43C169}" srcOrd="1" destOrd="0" presId="urn:microsoft.com/office/officeart/2005/8/layout/hChevron3"/>
    <dgm:cxn modelId="{8D948579-DFEA-4B8C-AA4B-1E498D035470}" type="presParOf" srcId="{BE788791-C742-428C-9FFE-31A80ED01E3F}" destId="{41954BF0-1E8F-4E2B-B873-2FAE91002295}" srcOrd="2" destOrd="0" presId="urn:microsoft.com/office/officeart/2005/8/layout/hChevron3"/>
    <dgm:cxn modelId="{C3643641-885E-44F2-B4EC-5B1897E54CCB}" type="presParOf" srcId="{BE788791-C742-428C-9FFE-31A80ED01E3F}" destId="{51DD8BDA-A54F-40B6-944B-FD2EB65758CD}" srcOrd="3" destOrd="0" presId="urn:microsoft.com/office/officeart/2005/8/layout/hChevron3"/>
    <dgm:cxn modelId="{5A130E69-3348-4B4A-A92B-A74418A28234}" type="presParOf" srcId="{BE788791-C742-428C-9FFE-31A80ED01E3F}" destId="{07B0EF40-E3E7-42A8-893F-1255B9AEC532}" srcOrd="4" destOrd="0" presId="urn:microsoft.com/office/officeart/2005/8/layout/hChevron3"/>
    <dgm:cxn modelId="{48AE2F31-5445-4140-8BB4-171DA1DB4C61}" type="presParOf" srcId="{BE788791-C742-428C-9FFE-31A80ED01E3F}" destId="{0321CDA5-8FA2-4358-9641-7278DA3FE892}" srcOrd="5" destOrd="0" presId="urn:microsoft.com/office/officeart/2005/8/layout/hChevron3"/>
    <dgm:cxn modelId="{BFB53258-1E27-46BA-A15B-BE60FD7033F3}" type="presParOf" srcId="{BE788791-C742-428C-9FFE-31A80ED01E3F}" destId="{C28CB36C-6139-4963-BDCA-2498DF22151D}" srcOrd="6" destOrd="0" presId="urn:microsoft.com/office/officeart/2005/8/layout/hChevron3"/>
    <dgm:cxn modelId="{80ABEEC5-A3A2-41E6-AF8D-417094B45722}" type="presParOf" srcId="{BE788791-C742-428C-9FFE-31A80ED01E3F}" destId="{604A8C7B-694C-4B9B-B720-7460B0AA4C8B}" srcOrd="7" destOrd="0" presId="urn:microsoft.com/office/officeart/2005/8/layout/hChevron3"/>
    <dgm:cxn modelId="{BEE5FDBD-F90A-4BFB-8D51-6EE64014E1E9}" type="presParOf" srcId="{BE788791-C742-428C-9FFE-31A80ED01E3F}" destId="{3938038B-A36D-4CA5-9E97-BE40698086BC}" srcOrd="8" destOrd="0" presId="urn:microsoft.com/office/officeart/2005/8/layout/hChevron3"/>
    <dgm:cxn modelId="{8A9AC7F1-1C83-4643-924D-49B4EA9A580A}" type="presParOf" srcId="{BE788791-C742-428C-9FFE-31A80ED01E3F}" destId="{64C44507-7D06-4DBE-BD3E-A544C8E82C70}" srcOrd="9" destOrd="0" presId="urn:microsoft.com/office/officeart/2005/8/layout/hChevron3"/>
    <dgm:cxn modelId="{EFC97E33-ED39-467D-BC54-41583CEA467D}" type="presParOf" srcId="{BE788791-C742-428C-9FFE-31A80ED01E3F}" destId="{EAD90D25-4D52-49F7-BB36-0B4C177CC1AC}"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F6B384-D790-4672-A4BB-99188E200FAC}" type="doc">
      <dgm:prSet loTypeId="urn:microsoft.com/office/officeart/2005/8/layout/hChevron3" loCatId="process" qsTypeId="urn:microsoft.com/office/officeart/2005/8/quickstyle/simple1" qsCatId="simple" csTypeId="urn:microsoft.com/office/officeart/2005/8/colors/colorful1#1" csCatId="colorful" phldr="1"/>
      <dgm:spPr/>
    </dgm:pt>
    <dgm:pt modelId="{46AD46D6-6B6A-4427-BC14-9C40F6492E53}">
      <dgm:prSet phldrT="[Text]" custT="1"/>
      <dgm:spPr>
        <a:solidFill>
          <a:schemeClr val="accent1"/>
        </a:solidFill>
      </dgm:spPr>
      <dgm:t>
        <a:bodyPr/>
        <a:lstStyle/>
        <a:p>
          <a:r>
            <a:rPr lang="en-AU" sz="1400" dirty="0"/>
            <a:t>Data 1</a:t>
          </a:r>
        </a:p>
      </dgm:t>
    </dgm:pt>
    <dgm:pt modelId="{FD4D2100-D53E-45BA-B287-3FF800D5B8EA}" type="parTrans" cxnId="{A913FBC4-A4B3-4FB9-8F0C-82266068A84C}">
      <dgm:prSet/>
      <dgm:spPr/>
      <dgm:t>
        <a:bodyPr/>
        <a:lstStyle/>
        <a:p>
          <a:endParaRPr lang="en-AU" sz="1600"/>
        </a:p>
      </dgm:t>
    </dgm:pt>
    <dgm:pt modelId="{6FC2BBDC-494F-4CA5-A044-02EF93EA9592}" type="sibTrans" cxnId="{A913FBC4-A4B3-4FB9-8F0C-82266068A84C}">
      <dgm:prSet/>
      <dgm:spPr>
        <a:solidFill>
          <a:schemeClr val="accent1"/>
        </a:solidFill>
      </dgm:spPr>
      <dgm:t>
        <a:bodyPr/>
        <a:lstStyle/>
        <a:p>
          <a:endParaRPr lang="en-AU" sz="1600"/>
        </a:p>
      </dgm:t>
    </dgm:pt>
    <dgm:pt modelId="{3D32E5CB-7848-4E23-8657-A192CB2F1E50}">
      <dgm:prSet phldrT="[Text]" custT="1"/>
      <dgm:spPr>
        <a:solidFill>
          <a:schemeClr val="tx2"/>
        </a:solidFill>
      </dgm:spPr>
      <dgm:t>
        <a:bodyPr/>
        <a:lstStyle/>
        <a:p>
          <a:r>
            <a:rPr lang="en-AU" sz="1400" dirty="0"/>
            <a:t>Data 2</a:t>
          </a:r>
        </a:p>
      </dgm:t>
    </dgm:pt>
    <dgm:pt modelId="{2C8A4FD7-DC7E-4977-9665-F54B9142BCBA}" type="parTrans" cxnId="{009504BD-DDD8-43BB-A13A-7CA71631029F}">
      <dgm:prSet/>
      <dgm:spPr/>
      <dgm:t>
        <a:bodyPr/>
        <a:lstStyle/>
        <a:p>
          <a:endParaRPr lang="en-AU" sz="1600"/>
        </a:p>
      </dgm:t>
    </dgm:pt>
    <dgm:pt modelId="{5249AB84-DFD6-4239-B5F8-DED881F9A67D}" type="sibTrans" cxnId="{009504BD-DDD8-43BB-A13A-7CA71631029F}">
      <dgm:prSet/>
      <dgm:spPr>
        <a:solidFill>
          <a:schemeClr val="accent2"/>
        </a:solidFill>
      </dgm:spPr>
      <dgm:t>
        <a:bodyPr/>
        <a:lstStyle/>
        <a:p>
          <a:endParaRPr lang="en-AU" sz="1600"/>
        </a:p>
      </dgm:t>
    </dgm:pt>
    <dgm:pt modelId="{CA7D37A6-71B2-4208-AFDD-90329C3DD560}">
      <dgm:prSet phldrT="[Text]" custT="1"/>
      <dgm:spPr>
        <a:solidFill>
          <a:schemeClr val="accent3"/>
        </a:solidFill>
      </dgm:spPr>
      <dgm:t>
        <a:bodyPr/>
        <a:lstStyle/>
        <a:p>
          <a:r>
            <a:rPr lang="en-AU" sz="1400" dirty="0"/>
            <a:t>Data 3</a:t>
          </a:r>
        </a:p>
      </dgm:t>
    </dgm:pt>
    <dgm:pt modelId="{E64A3A4E-55C7-4BB1-B79B-A3042FA42E2C}" type="parTrans" cxnId="{9B446998-5F05-497A-8B02-27B8D5EF086F}">
      <dgm:prSet/>
      <dgm:spPr/>
      <dgm:t>
        <a:bodyPr/>
        <a:lstStyle/>
        <a:p>
          <a:endParaRPr lang="en-AU" sz="1600"/>
        </a:p>
      </dgm:t>
    </dgm:pt>
    <dgm:pt modelId="{77D3B4C0-E917-4EE0-86A4-E84874E7798A}" type="sibTrans" cxnId="{9B446998-5F05-497A-8B02-27B8D5EF086F}">
      <dgm:prSet/>
      <dgm:spPr>
        <a:solidFill>
          <a:schemeClr val="accent3"/>
        </a:solidFill>
      </dgm:spPr>
      <dgm:t>
        <a:bodyPr/>
        <a:lstStyle/>
        <a:p>
          <a:endParaRPr lang="en-AU" sz="1600"/>
        </a:p>
      </dgm:t>
    </dgm:pt>
    <dgm:pt modelId="{D459A45A-F074-4EEF-B521-40E22801195C}">
      <dgm:prSet custT="1"/>
      <dgm:spPr>
        <a:solidFill>
          <a:schemeClr val="accent4"/>
        </a:solidFill>
      </dgm:spPr>
      <dgm:t>
        <a:bodyPr/>
        <a:lstStyle/>
        <a:p>
          <a:r>
            <a:rPr lang="en-AU" sz="1400" dirty="0">
              <a:solidFill>
                <a:schemeClr val="bg1"/>
              </a:solidFill>
            </a:rPr>
            <a:t>Data 4</a:t>
          </a:r>
        </a:p>
      </dgm:t>
    </dgm:pt>
    <dgm:pt modelId="{20B7782B-A202-4B4B-B816-952A25A09288}" type="parTrans" cxnId="{85706AF2-FBBD-416C-8A3A-8B913EA33AD6}">
      <dgm:prSet/>
      <dgm:spPr/>
      <dgm:t>
        <a:bodyPr/>
        <a:lstStyle/>
        <a:p>
          <a:endParaRPr lang="en-AU" sz="1600"/>
        </a:p>
      </dgm:t>
    </dgm:pt>
    <dgm:pt modelId="{33A153CE-D788-4B92-B8F0-693204F260B5}" type="sibTrans" cxnId="{85706AF2-FBBD-416C-8A3A-8B913EA33AD6}">
      <dgm:prSet/>
      <dgm:spPr>
        <a:solidFill>
          <a:schemeClr val="accent4"/>
        </a:solidFill>
      </dgm:spPr>
      <dgm:t>
        <a:bodyPr/>
        <a:lstStyle/>
        <a:p>
          <a:endParaRPr lang="en-AU" sz="1600"/>
        </a:p>
      </dgm:t>
    </dgm:pt>
    <dgm:pt modelId="{0A206DC0-C973-4995-92BE-EF15979B7918}">
      <dgm:prSet custT="1"/>
      <dgm:spPr>
        <a:solidFill>
          <a:schemeClr val="accent2"/>
        </a:solidFill>
      </dgm:spPr>
      <dgm:t>
        <a:bodyPr/>
        <a:lstStyle/>
        <a:p>
          <a:r>
            <a:rPr lang="en-AU" sz="1400" dirty="0">
              <a:solidFill>
                <a:schemeClr val="bg1"/>
              </a:solidFill>
            </a:rPr>
            <a:t>Data 5</a:t>
          </a:r>
        </a:p>
      </dgm:t>
    </dgm:pt>
    <dgm:pt modelId="{2C9DA8C2-6D0F-4C2A-8DE3-BE5274139D4F}" type="parTrans" cxnId="{9073FF84-BDB6-4B3B-AACA-87599CE0A444}">
      <dgm:prSet/>
      <dgm:spPr/>
      <dgm:t>
        <a:bodyPr/>
        <a:lstStyle/>
        <a:p>
          <a:endParaRPr lang="en-AU" sz="1600"/>
        </a:p>
      </dgm:t>
    </dgm:pt>
    <dgm:pt modelId="{EF66DEDF-AE80-4B00-B27C-1FEF34DEB641}" type="sibTrans" cxnId="{9073FF84-BDB6-4B3B-AACA-87599CE0A444}">
      <dgm:prSet/>
      <dgm:spPr>
        <a:solidFill>
          <a:schemeClr val="accent5"/>
        </a:solidFill>
      </dgm:spPr>
      <dgm:t>
        <a:bodyPr/>
        <a:lstStyle/>
        <a:p>
          <a:endParaRPr lang="en-AU" sz="1600"/>
        </a:p>
      </dgm:t>
    </dgm:pt>
    <dgm:pt modelId="{A98FE1C2-2AAF-45FF-9D4D-2F2EF3762B15}">
      <dgm:prSet custT="1"/>
      <dgm:spPr>
        <a:solidFill>
          <a:schemeClr val="accent6"/>
        </a:solidFill>
      </dgm:spPr>
      <dgm:t>
        <a:bodyPr/>
        <a:lstStyle/>
        <a:p>
          <a:r>
            <a:rPr lang="en-AU" sz="1400" dirty="0">
              <a:solidFill>
                <a:schemeClr val="bg1"/>
              </a:solidFill>
            </a:rPr>
            <a:t>Data 6</a:t>
          </a:r>
        </a:p>
      </dgm:t>
    </dgm:pt>
    <dgm:pt modelId="{A95E79BA-0995-4788-A281-C99771516A24}" type="parTrans" cxnId="{63DDBCFB-F67F-4F8B-BB5B-25EF3573A0DF}">
      <dgm:prSet/>
      <dgm:spPr/>
      <dgm:t>
        <a:bodyPr/>
        <a:lstStyle/>
        <a:p>
          <a:endParaRPr lang="en-AU" sz="1600"/>
        </a:p>
      </dgm:t>
    </dgm:pt>
    <dgm:pt modelId="{400DED3F-B19C-4858-AAB9-235754A35AB5}" type="sibTrans" cxnId="{63DDBCFB-F67F-4F8B-BB5B-25EF3573A0DF}">
      <dgm:prSet/>
      <dgm:spPr/>
      <dgm:t>
        <a:bodyPr/>
        <a:lstStyle/>
        <a:p>
          <a:endParaRPr lang="en-AU" sz="1600"/>
        </a:p>
      </dgm:t>
    </dgm:pt>
    <dgm:pt modelId="{BE788791-C742-428C-9FFE-31A80ED01E3F}" type="pres">
      <dgm:prSet presAssocID="{27F6B384-D790-4672-A4BB-99188E200FAC}" presName="Name0" presStyleCnt="0">
        <dgm:presLayoutVars>
          <dgm:dir/>
          <dgm:resizeHandles val="exact"/>
        </dgm:presLayoutVars>
      </dgm:prSet>
      <dgm:spPr/>
    </dgm:pt>
    <dgm:pt modelId="{F24E41E9-3A74-4189-A45B-AFB3A844D6F8}" type="pres">
      <dgm:prSet presAssocID="{46AD46D6-6B6A-4427-BC14-9C40F6492E53}" presName="parTxOnly" presStyleLbl="node1" presStyleIdx="0" presStyleCnt="6">
        <dgm:presLayoutVars>
          <dgm:bulletEnabled val="1"/>
        </dgm:presLayoutVars>
      </dgm:prSet>
      <dgm:spPr/>
    </dgm:pt>
    <dgm:pt modelId="{0670653B-9C6A-4FA9-AC61-B8CF0E43C169}" type="pres">
      <dgm:prSet presAssocID="{6FC2BBDC-494F-4CA5-A044-02EF93EA9592}" presName="parSpace" presStyleCnt="0"/>
      <dgm:spPr/>
    </dgm:pt>
    <dgm:pt modelId="{41954BF0-1E8F-4E2B-B873-2FAE91002295}" type="pres">
      <dgm:prSet presAssocID="{3D32E5CB-7848-4E23-8657-A192CB2F1E50}" presName="parTxOnly" presStyleLbl="node1" presStyleIdx="1" presStyleCnt="6">
        <dgm:presLayoutVars>
          <dgm:bulletEnabled val="1"/>
        </dgm:presLayoutVars>
      </dgm:prSet>
      <dgm:spPr/>
    </dgm:pt>
    <dgm:pt modelId="{51DD8BDA-A54F-40B6-944B-FD2EB65758CD}" type="pres">
      <dgm:prSet presAssocID="{5249AB84-DFD6-4239-B5F8-DED881F9A67D}" presName="parSpace" presStyleCnt="0"/>
      <dgm:spPr/>
    </dgm:pt>
    <dgm:pt modelId="{07B0EF40-E3E7-42A8-893F-1255B9AEC532}" type="pres">
      <dgm:prSet presAssocID="{CA7D37A6-71B2-4208-AFDD-90329C3DD560}" presName="parTxOnly" presStyleLbl="node1" presStyleIdx="2" presStyleCnt="6">
        <dgm:presLayoutVars>
          <dgm:bulletEnabled val="1"/>
        </dgm:presLayoutVars>
      </dgm:prSet>
      <dgm:spPr/>
    </dgm:pt>
    <dgm:pt modelId="{0321CDA5-8FA2-4358-9641-7278DA3FE892}" type="pres">
      <dgm:prSet presAssocID="{77D3B4C0-E917-4EE0-86A4-E84874E7798A}" presName="parSpace" presStyleCnt="0"/>
      <dgm:spPr/>
    </dgm:pt>
    <dgm:pt modelId="{C28CB36C-6139-4963-BDCA-2498DF22151D}" type="pres">
      <dgm:prSet presAssocID="{D459A45A-F074-4EEF-B521-40E22801195C}" presName="parTxOnly" presStyleLbl="node1" presStyleIdx="3" presStyleCnt="6">
        <dgm:presLayoutVars>
          <dgm:bulletEnabled val="1"/>
        </dgm:presLayoutVars>
      </dgm:prSet>
      <dgm:spPr/>
    </dgm:pt>
    <dgm:pt modelId="{604A8C7B-694C-4B9B-B720-7460B0AA4C8B}" type="pres">
      <dgm:prSet presAssocID="{33A153CE-D788-4B92-B8F0-693204F260B5}" presName="parSpace" presStyleCnt="0"/>
      <dgm:spPr/>
    </dgm:pt>
    <dgm:pt modelId="{3938038B-A36D-4CA5-9E97-BE40698086BC}" type="pres">
      <dgm:prSet presAssocID="{0A206DC0-C973-4995-92BE-EF15979B7918}" presName="parTxOnly" presStyleLbl="node1" presStyleIdx="4" presStyleCnt="6">
        <dgm:presLayoutVars>
          <dgm:bulletEnabled val="1"/>
        </dgm:presLayoutVars>
      </dgm:prSet>
      <dgm:spPr/>
    </dgm:pt>
    <dgm:pt modelId="{64C44507-7D06-4DBE-BD3E-A544C8E82C70}" type="pres">
      <dgm:prSet presAssocID="{EF66DEDF-AE80-4B00-B27C-1FEF34DEB641}" presName="parSpace" presStyleCnt="0"/>
      <dgm:spPr/>
    </dgm:pt>
    <dgm:pt modelId="{EAD90D25-4D52-49F7-BB36-0B4C177CC1AC}" type="pres">
      <dgm:prSet presAssocID="{A98FE1C2-2AAF-45FF-9D4D-2F2EF3762B15}" presName="parTxOnly" presStyleLbl="node1" presStyleIdx="5" presStyleCnt="6">
        <dgm:presLayoutVars>
          <dgm:bulletEnabled val="1"/>
        </dgm:presLayoutVars>
      </dgm:prSet>
      <dgm:spPr/>
    </dgm:pt>
  </dgm:ptLst>
  <dgm:cxnLst>
    <dgm:cxn modelId="{6E489C43-8D78-4710-B3A2-3B2A10E4CE82}" type="presOf" srcId="{D459A45A-F074-4EEF-B521-40E22801195C}" destId="{C28CB36C-6139-4963-BDCA-2498DF22151D}" srcOrd="0" destOrd="0" presId="urn:microsoft.com/office/officeart/2005/8/layout/hChevron3"/>
    <dgm:cxn modelId="{2D41F366-180C-47ED-B189-6AA1DD1AC878}" type="presOf" srcId="{CA7D37A6-71B2-4208-AFDD-90329C3DD560}" destId="{07B0EF40-E3E7-42A8-893F-1255B9AEC532}" srcOrd="0" destOrd="0" presId="urn:microsoft.com/office/officeart/2005/8/layout/hChevron3"/>
    <dgm:cxn modelId="{97F17B67-A482-44C0-8056-B9238FEA1853}" type="presOf" srcId="{3D32E5CB-7848-4E23-8657-A192CB2F1E50}" destId="{41954BF0-1E8F-4E2B-B873-2FAE91002295}" srcOrd="0" destOrd="0" presId="urn:microsoft.com/office/officeart/2005/8/layout/hChevron3"/>
    <dgm:cxn modelId="{84674C4A-8079-41C7-9B57-9D22D77ED675}" type="presOf" srcId="{46AD46D6-6B6A-4427-BC14-9C40F6492E53}" destId="{F24E41E9-3A74-4189-A45B-AFB3A844D6F8}" srcOrd="0" destOrd="0" presId="urn:microsoft.com/office/officeart/2005/8/layout/hChevron3"/>
    <dgm:cxn modelId="{834BA158-DE61-4698-A38B-7841565A6AC6}" type="presOf" srcId="{27F6B384-D790-4672-A4BB-99188E200FAC}" destId="{BE788791-C742-428C-9FFE-31A80ED01E3F}" srcOrd="0" destOrd="0" presId="urn:microsoft.com/office/officeart/2005/8/layout/hChevron3"/>
    <dgm:cxn modelId="{9073FF84-BDB6-4B3B-AACA-87599CE0A444}" srcId="{27F6B384-D790-4672-A4BB-99188E200FAC}" destId="{0A206DC0-C973-4995-92BE-EF15979B7918}" srcOrd="4" destOrd="0" parTransId="{2C9DA8C2-6D0F-4C2A-8DE3-BE5274139D4F}" sibTransId="{EF66DEDF-AE80-4B00-B27C-1FEF34DEB641}"/>
    <dgm:cxn modelId="{9B446998-5F05-497A-8B02-27B8D5EF086F}" srcId="{27F6B384-D790-4672-A4BB-99188E200FAC}" destId="{CA7D37A6-71B2-4208-AFDD-90329C3DD560}" srcOrd="2" destOrd="0" parTransId="{E64A3A4E-55C7-4BB1-B79B-A3042FA42E2C}" sibTransId="{77D3B4C0-E917-4EE0-86A4-E84874E7798A}"/>
    <dgm:cxn modelId="{AC1120B2-B602-4DAE-8748-6EF27CF85318}" type="presOf" srcId="{0A206DC0-C973-4995-92BE-EF15979B7918}" destId="{3938038B-A36D-4CA5-9E97-BE40698086BC}" srcOrd="0" destOrd="0" presId="urn:microsoft.com/office/officeart/2005/8/layout/hChevron3"/>
    <dgm:cxn modelId="{C2CC88B8-22FA-46E8-B9DC-9DC2CD0469DD}" type="presOf" srcId="{A98FE1C2-2AAF-45FF-9D4D-2F2EF3762B15}" destId="{EAD90D25-4D52-49F7-BB36-0B4C177CC1AC}" srcOrd="0" destOrd="0" presId="urn:microsoft.com/office/officeart/2005/8/layout/hChevron3"/>
    <dgm:cxn modelId="{009504BD-DDD8-43BB-A13A-7CA71631029F}" srcId="{27F6B384-D790-4672-A4BB-99188E200FAC}" destId="{3D32E5CB-7848-4E23-8657-A192CB2F1E50}" srcOrd="1" destOrd="0" parTransId="{2C8A4FD7-DC7E-4977-9665-F54B9142BCBA}" sibTransId="{5249AB84-DFD6-4239-B5F8-DED881F9A67D}"/>
    <dgm:cxn modelId="{A913FBC4-A4B3-4FB9-8F0C-82266068A84C}" srcId="{27F6B384-D790-4672-A4BB-99188E200FAC}" destId="{46AD46D6-6B6A-4427-BC14-9C40F6492E53}" srcOrd="0" destOrd="0" parTransId="{FD4D2100-D53E-45BA-B287-3FF800D5B8EA}" sibTransId="{6FC2BBDC-494F-4CA5-A044-02EF93EA9592}"/>
    <dgm:cxn modelId="{85706AF2-FBBD-416C-8A3A-8B913EA33AD6}" srcId="{27F6B384-D790-4672-A4BB-99188E200FAC}" destId="{D459A45A-F074-4EEF-B521-40E22801195C}" srcOrd="3" destOrd="0" parTransId="{20B7782B-A202-4B4B-B816-952A25A09288}" sibTransId="{33A153CE-D788-4B92-B8F0-693204F260B5}"/>
    <dgm:cxn modelId="{63DDBCFB-F67F-4F8B-BB5B-25EF3573A0DF}" srcId="{27F6B384-D790-4672-A4BB-99188E200FAC}" destId="{A98FE1C2-2AAF-45FF-9D4D-2F2EF3762B15}" srcOrd="5" destOrd="0" parTransId="{A95E79BA-0995-4788-A281-C99771516A24}" sibTransId="{400DED3F-B19C-4858-AAB9-235754A35AB5}"/>
    <dgm:cxn modelId="{A5C9F5A7-7E26-435F-AE4A-4C640CF6DBEF}" type="presParOf" srcId="{BE788791-C742-428C-9FFE-31A80ED01E3F}" destId="{F24E41E9-3A74-4189-A45B-AFB3A844D6F8}" srcOrd="0" destOrd="0" presId="urn:microsoft.com/office/officeart/2005/8/layout/hChevron3"/>
    <dgm:cxn modelId="{E5B8D5CA-901E-4658-8AF8-9BDE6EAB9F2B}" type="presParOf" srcId="{BE788791-C742-428C-9FFE-31A80ED01E3F}" destId="{0670653B-9C6A-4FA9-AC61-B8CF0E43C169}" srcOrd="1" destOrd="0" presId="urn:microsoft.com/office/officeart/2005/8/layout/hChevron3"/>
    <dgm:cxn modelId="{7B301949-046B-4E01-9300-A2BE39C4EE10}" type="presParOf" srcId="{BE788791-C742-428C-9FFE-31A80ED01E3F}" destId="{41954BF0-1E8F-4E2B-B873-2FAE91002295}" srcOrd="2" destOrd="0" presId="urn:microsoft.com/office/officeart/2005/8/layout/hChevron3"/>
    <dgm:cxn modelId="{B16887CD-B762-43DC-95EC-C437BB8085EA}" type="presParOf" srcId="{BE788791-C742-428C-9FFE-31A80ED01E3F}" destId="{51DD8BDA-A54F-40B6-944B-FD2EB65758CD}" srcOrd="3" destOrd="0" presId="urn:microsoft.com/office/officeart/2005/8/layout/hChevron3"/>
    <dgm:cxn modelId="{57ED63DB-38A6-4848-84A2-8F205FD76FDD}" type="presParOf" srcId="{BE788791-C742-428C-9FFE-31A80ED01E3F}" destId="{07B0EF40-E3E7-42A8-893F-1255B9AEC532}" srcOrd="4" destOrd="0" presId="urn:microsoft.com/office/officeart/2005/8/layout/hChevron3"/>
    <dgm:cxn modelId="{215E1C07-E914-4A6A-9912-C15E5B320D5D}" type="presParOf" srcId="{BE788791-C742-428C-9FFE-31A80ED01E3F}" destId="{0321CDA5-8FA2-4358-9641-7278DA3FE892}" srcOrd="5" destOrd="0" presId="urn:microsoft.com/office/officeart/2005/8/layout/hChevron3"/>
    <dgm:cxn modelId="{5EFD4280-7B94-4D9A-8A74-616C8BC4A609}" type="presParOf" srcId="{BE788791-C742-428C-9FFE-31A80ED01E3F}" destId="{C28CB36C-6139-4963-BDCA-2498DF22151D}" srcOrd="6" destOrd="0" presId="urn:microsoft.com/office/officeart/2005/8/layout/hChevron3"/>
    <dgm:cxn modelId="{86D8CEFB-2331-48B4-AC00-877DCA7DFEDC}" type="presParOf" srcId="{BE788791-C742-428C-9FFE-31A80ED01E3F}" destId="{604A8C7B-694C-4B9B-B720-7460B0AA4C8B}" srcOrd="7" destOrd="0" presId="urn:microsoft.com/office/officeart/2005/8/layout/hChevron3"/>
    <dgm:cxn modelId="{60E19FA2-70E9-4156-B5ED-81E4240750A1}" type="presParOf" srcId="{BE788791-C742-428C-9FFE-31A80ED01E3F}" destId="{3938038B-A36D-4CA5-9E97-BE40698086BC}" srcOrd="8" destOrd="0" presId="urn:microsoft.com/office/officeart/2005/8/layout/hChevron3"/>
    <dgm:cxn modelId="{5F233D3D-9928-441B-AA74-AE96C55CCBF6}" type="presParOf" srcId="{BE788791-C742-428C-9FFE-31A80ED01E3F}" destId="{64C44507-7D06-4DBE-BD3E-A544C8E82C70}" srcOrd="9" destOrd="0" presId="urn:microsoft.com/office/officeart/2005/8/layout/hChevron3"/>
    <dgm:cxn modelId="{6D05F230-A97F-43ED-B0B1-ED46AC97BC51}" type="presParOf" srcId="{BE788791-C742-428C-9FFE-31A80ED01E3F}" destId="{EAD90D25-4D52-49F7-BB36-0B4C177CC1AC}" srcOrd="1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E41E9-3A74-4189-A45B-AFB3A844D6F8}">
      <dsp:nvSpPr>
        <dsp:cNvPr id="0" name=""/>
        <dsp:cNvSpPr/>
      </dsp:nvSpPr>
      <dsp:spPr>
        <a:xfrm>
          <a:off x="1359" y="1822336"/>
          <a:ext cx="2227036" cy="890814"/>
        </a:xfrm>
        <a:prstGeom prst="homePlate">
          <a:avLst/>
        </a:prstGeom>
        <a:solidFill>
          <a:schemeClr val="accent5">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1</a:t>
          </a:r>
        </a:p>
      </dsp:txBody>
      <dsp:txXfrm>
        <a:off x="1359" y="1822336"/>
        <a:ext cx="2004333" cy="890814"/>
      </dsp:txXfrm>
    </dsp:sp>
    <dsp:sp modelId="{41954BF0-1E8F-4E2B-B873-2FAE91002295}">
      <dsp:nvSpPr>
        <dsp:cNvPr id="0" name=""/>
        <dsp:cNvSpPr/>
      </dsp:nvSpPr>
      <dsp:spPr>
        <a:xfrm>
          <a:off x="1782988" y="1822336"/>
          <a:ext cx="2227036" cy="890814"/>
        </a:xfrm>
        <a:prstGeom prst="chevron">
          <a:avLst/>
        </a:prstGeom>
        <a:solidFill>
          <a:schemeClr val="accent5">
            <a:shade val="80000"/>
            <a:hueOff val="36542"/>
            <a:satOff val="-5619"/>
            <a:lumOff val="64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2</a:t>
          </a:r>
        </a:p>
      </dsp:txBody>
      <dsp:txXfrm>
        <a:off x="2228395" y="1822336"/>
        <a:ext cx="1336222" cy="890814"/>
      </dsp:txXfrm>
    </dsp:sp>
    <dsp:sp modelId="{07B0EF40-E3E7-42A8-893F-1255B9AEC532}">
      <dsp:nvSpPr>
        <dsp:cNvPr id="0" name=""/>
        <dsp:cNvSpPr/>
      </dsp:nvSpPr>
      <dsp:spPr>
        <a:xfrm>
          <a:off x="3564617" y="1822336"/>
          <a:ext cx="2227036" cy="890814"/>
        </a:xfrm>
        <a:prstGeom prst="chevron">
          <a:avLst/>
        </a:prstGeom>
        <a:solidFill>
          <a:schemeClr val="accent5">
            <a:shade val="80000"/>
            <a:hueOff val="73084"/>
            <a:satOff val="-11239"/>
            <a:lumOff val="12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3</a:t>
          </a:r>
        </a:p>
      </dsp:txBody>
      <dsp:txXfrm>
        <a:off x="4010024" y="1822336"/>
        <a:ext cx="1336222" cy="890814"/>
      </dsp:txXfrm>
    </dsp:sp>
    <dsp:sp modelId="{C28CB36C-6139-4963-BDCA-2498DF22151D}">
      <dsp:nvSpPr>
        <dsp:cNvPr id="0" name=""/>
        <dsp:cNvSpPr/>
      </dsp:nvSpPr>
      <dsp:spPr>
        <a:xfrm>
          <a:off x="5346246" y="1822336"/>
          <a:ext cx="2227036" cy="890814"/>
        </a:xfrm>
        <a:prstGeom prst="chevron">
          <a:avLst/>
        </a:prstGeom>
        <a:solidFill>
          <a:schemeClr val="accent5">
            <a:shade val="80000"/>
            <a:hueOff val="109627"/>
            <a:satOff val="-16858"/>
            <a:lumOff val="192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4</a:t>
          </a:r>
        </a:p>
      </dsp:txBody>
      <dsp:txXfrm>
        <a:off x="5791653" y="1822336"/>
        <a:ext cx="1336222" cy="890814"/>
      </dsp:txXfrm>
    </dsp:sp>
    <dsp:sp modelId="{3938038B-A36D-4CA5-9E97-BE40698086BC}">
      <dsp:nvSpPr>
        <dsp:cNvPr id="0" name=""/>
        <dsp:cNvSpPr/>
      </dsp:nvSpPr>
      <dsp:spPr>
        <a:xfrm>
          <a:off x="7127875" y="1822336"/>
          <a:ext cx="2227036" cy="890814"/>
        </a:xfrm>
        <a:prstGeom prst="chevron">
          <a:avLst/>
        </a:prstGeom>
        <a:solidFill>
          <a:schemeClr val="accent5">
            <a:shade val="80000"/>
            <a:hueOff val="146169"/>
            <a:satOff val="-22478"/>
            <a:lumOff val="256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5</a:t>
          </a:r>
        </a:p>
      </dsp:txBody>
      <dsp:txXfrm>
        <a:off x="7573282" y="1822336"/>
        <a:ext cx="1336222" cy="890814"/>
      </dsp:txXfrm>
    </dsp:sp>
    <dsp:sp modelId="{EAD90D25-4D52-49F7-BB36-0B4C177CC1AC}">
      <dsp:nvSpPr>
        <dsp:cNvPr id="0" name=""/>
        <dsp:cNvSpPr/>
      </dsp:nvSpPr>
      <dsp:spPr>
        <a:xfrm>
          <a:off x="8909504" y="1822336"/>
          <a:ext cx="2227036" cy="890814"/>
        </a:xfrm>
        <a:prstGeom prst="chevron">
          <a:avLst/>
        </a:prstGeom>
        <a:solidFill>
          <a:schemeClr val="accent5">
            <a:shade val="80000"/>
            <a:hueOff val="182711"/>
            <a:satOff val="-28097"/>
            <a:lumOff val="320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6</a:t>
          </a:r>
        </a:p>
      </dsp:txBody>
      <dsp:txXfrm>
        <a:off x="9354911" y="1822336"/>
        <a:ext cx="1336222" cy="8908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E41E9-3A74-4189-A45B-AFB3A844D6F8}">
      <dsp:nvSpPr>
        <dsp:cNvPr id="0" name=""/>
        <dsp:cNvSpPr/>
      </dsp:nvSpPr>
      <dsp:spPr>
        <a:xfrm>
          <a:off x="1359" y="1822336"/>
          <a:ext cx="2227036" cy="890814"/>
        </a:xfrm>
        <a:prstGeom prst="homePlate">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1</a:t>
          </a:r>
        </a:p>
      </dsp:txBody>
      <dsp:txXfrm>
        <a:off x="1359" y="1822336"/>
        <a:ext cx="2004333" cy="890814"/>
      </dsp:txXfrm>
    </dsp:sp>
    <dsp:sp modelId="{41954BF0-1E8F-4E2B-B873-2FAE91002295}">
      <dsp:nvSpPr>
        <dsp:cNvPr id="0" name=""/>
        <dsp:cNvSpPr/>
      </dsp:nvSpPr>
      <dsp:spPr>
        <a:xfrm>
          <a:off x="1782988" y="1822336"/>
          <a:ext cx="2227036" cy="890814"/>
        </a:xfrm>
        <a:prstGeom prst="chevron">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2</a:t>
          </a:r>
        </a:p>
      </dsp:txBody>
      <dsp:txXfrm>
        <a:off x="2228395" y="1822336"/>
        <a:ext cx="1336222" cy="890814"/>
      </dsp:txXfrm>
    </dsp:sp>
    <dsp:sp modelId="{07B0EF40-E3E7-42A8-893F-1255B9AEC532}">
      <dsp:nvSpPr>
        <dsp:cNvPr id="0" name=""/>
        <dsp:cNvSpPr/>
      </dsp:nvSpPr>
      <dsp:spPr>
        <a:xfrm>
          <a:off x="3564617" y="1822336"/>
          <a:ext cx="2227036" cy="890814"/>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t>Data 3</a:t>
          </a:r>
        </a:p>
      </dsp:txBody>
      <dsp:txXfrm>
        <a:off x="4010024" y="1822336"/>
        <a:ext cx="1336222" cy="890814"/>
      </dsp:txXfrm>
    </dsp:sp>
    <dsp:sp modelId="{C28CB36C-6139-4963-BDCA-2498DF22151D}">
      <dsp:nvSpPr>
        <dsp:cNvPr id="0" name=""/>
        <dsp:cNvSpPr/>
      </dsp:nvSpPr>
      <dsp:spPr>
        <a:xfrm>
          <a:off x="5346246" y="1822336"/>
          <a:ext cx="2227036" cy="890814"/>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solidFill>
                <a:schemeClr val="bg1"/>
              </a:solidFill>
            </a:rPr>
            <a:t>Data 4</a:t>
          </a:r>
        </a:p>
      </dsp:txBody>
      <dsp:txXfrm>
        <a:off x="5791653" y="1822336"/>
        <a:ext cx="1336222" cy="890814"/>
      </dsp:txXfrm>
    </dsp:sp>
    <dsp:sp modelId="{3938038B-A36D-4CA5-9E97-BE40698086BC}">
      <dsp:nvSpPr>
        <dsp:cNvPr id="0" name=""/>
        <dsp:cNvSpPr/>
      </dsp:nvSpPr>
      <dsp:spPr>
        <a:xfrm>
          <a:off x="7127875" y="1822336"/>
          <a:ext cx="2227036" cy="890814"/>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solidFill>
                <a:schemeClr val="bg1"/>
              </a:solidFill>
            </a:rPr>
            <a:t>Data 5</a:t>
          </a:r>
        </a:p>
      </dsp:txBody>
      <dsp:txXfrm>
        <a:off x="7573282" y="1822336"/>
        <a:ext cx="1336222" cy="890814"/>
      </dsp:txXfrm>
    </dsp:sp>
    <dsp:sp modelId="{EAD90D25-4D52-49F7-BB36-0B4C177CC1AC}">
      <dsp:nvSpPr>
        <dsp:cNvPr id="0" name=""/>
        <dsp:cNvSpPr/>
      </dsp:nvSpPr>
      <dsp:spPr>
        <a:xfrm>
          <a:off x="8909504" y="1822336"/>
          <a:ext cx="2227036" cy="890814"/>
        </a:xfrm>
        <a:prstGeom prst="chevron">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AU" sz="1400" kern="1200" dirty="0">
              <a:solidFill>
                <a:schemeClr val="bg1"/>
              </a:solidFill>
            </a:rPr>
            <a:t>Data 6</a:t>
          </a:r>
        </a:p>
      </dsp:txBody>
      <dsp:txXfrm>
        <a:off x="9354911" y="1822336"/>
        <a:ext cx="1336222" cy="89081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20/08/2025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20/08/2025</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1: Title Slide - l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F1907A-2A0D-9041-A237-4C30EC62A18D}"/>
              </a:ext>
            </a:extLst>
          </p:cNvPr>
          <p:cNvPicPr>
            <a:picLocks noChangeAspect="1"/>
          </p:cNvPicPr>
          <p:nvPr userDrawn="1"/>
        </p:nvPicPr>
        <p:blipFill>
          <a:blip r:embed="rId2"/>
          <a:srcRect l="16" r="16"/>
          <a:stretch/>
        </p:blipFill>
        <p:spPr>
          <a:xfrm>
            <a:off x="4873" y="538"/>
            <a:ext cx="12190088" cy="6856924"/>
          </a:xfrm>
          <a:prstGeom prst="rect">
            <a:avLst/>
          </a:prstGeom>
          <a:noFill/>
        </p:spPr>
      </p:pic>
      <p:sp>
        <p:nvSpPr>
          <p:cNvPr id="5" name="Title 1">
            <a:extLst>
              <a:ext uri="{FF2B5EF4-FFF2-40B4-BE49-F238E27FC236}">
                <a16:creationId xmlns:a16="http://schemas.microsoft.com/office/drawing/2014/main" id="{0EC6EB99-D74E-C855-C68E-EB71E16D053B}"/>
              </a:ext>
            </a:extLst>
          </p:cNvPr>
          <p:cNvSpPr>
            <a:spLocks noGrp="1"/>
          </p:cNvSpPr>
          <p:nvPr>
            <p:ph type="title"/>
          </p:nvPr>
        </p:nvSpPr>
        <p:spPr>
          <a:xfrm>
            <a:off x="1271464" y="3034986"/>
            <a:ext cx="7704856" cy="1232637"/>
          </a:xfrm>
        </p:spPr>
        <p:txBody>
          <a:bodyPr anchor="ctr" anchorCtr="0">
            <a:noAutofit/>
          </a:bodyPr>
          <a:lstStyle>
            <a:lvl1pPr>
              <a:lnSpc>
                <a:spcPct val="100000"/>
              </a:lnSpc>
              <a:defRPr sz="3600" b="1">
                <a:solidFill>
                  <a:schemeClr val="tx2"/>
                </a:solidFill>
              </a:defRPr>
            </a:lvl1pPr>
          </a:lstStyle>
          <a:p>
            <a:r>
              <a:rPr lang="en-US" dirty="0"/>
              <a:t>Click to edit Master title style</a:t>
            </a:r>
            <a:endParaRPr lang="en-AU" dirty="0"/>
          </a:p>
        </p:txBody>
      </p:sp>
      <p:sp>
        <p:nvSpPr>
          <p:cNvPr id="7" name="Text Placeholder 6">
            <a:extLst>
              <a:ext uri="{FF2B5EF4-FFF2-40B4-BE49-F238E27FC236}">
                <a16:creationId xmlns:a16="http://schemas.microsoft.com/office/drawing/2014/main" id="{A33D3B9A-8098-B3E1-10B6-FFD376D638B1}"/>
              </a:ext>
            </a:extLst>
          </p:cNvPr>
          <p:cNvSpPr>
            <a:spLocks noGrp="1"/>
          </p:cNvSpPr>
          <p:nvPr>
            <p:ph type="body" sz="quarter" idx="10"/>
          </p:nvPr>
        </p:nvSpPr>
        <p:spPr>
          <a:xfrm>
            <a:off x="1271464" y="4267623"/>
            <a:ext cx="5064894" cy="731541"/>
          </a:xfrm>
        </p:spPr>
        <p:txBody>
          <a:bodyPr>
            <a:normAutofit/>
          </a:bodyPr>
          <a:lstStyle>
            <a:lvl1pPr marL="0" indent="0">
              <a:buNone/>
              <a:defRPr sz="1600">
                <a:solidFill>
                  <a:schemeClr val="tx1"/>
                </a:solidFill>
              </a:defRPr>
            </a:lvl1pPr>
          </a:lstStyle>
          <a:p>
            <a:pPr lvl="0"/>
            <a:r>
              <a:rPr lang="en-US" dirty="0"/>
              <a:t>Click to edit Master text styles</a:t>
            </a:r>
          </a:p>
        </p:txBody>
      </p:sp>
      <p:sp>
        <p:nvSpPr>
          <p:cNvPr id="13" name="Text Placeholder 4">
            <a:extLst>
              <a:ext uri="{FF2B5EF4-FFF2-40B4-BE49-F238E27FC236}">
                <a16:creationId xmlns:a16="http://schemas.microsoft.com/office/drawing/2014/main" id="{41F0B31D-1181-0EF1-44E0-67F2DC1D70D4}"/>
              </a:ext>
            </a:extLst>
          </p:cNvPr>
          <p:cNvSpPr>
            <a:spLocks noGrp="1"/>
          </p:cNvSpPr>
          <p:nvPr>
            <p:ph type="body" sz="quarter" idx="11" hasCustomPrompt="1"/>
          </p:nvPr>
        </p:nvSpPr>
        <p:spPr>
          <a:xfrm>
            <a:off x="1271464" y="2662385"/>
            <a:ext cx="7704856" cy="372601"/>
          </a:xfrm>
        </p:spPr>
        <p:txBody>
          <a:bodyPr anchor="ctr">
            <a:noAutofit/>
          </a:bodyPr>
          <a:lstStyle>
            <a:lvl1pPr marL="0" indent="0" algn="l">
              <a:buNone/>
              <a:defRPr sz="1800" b="1">
                <a:solidFill>
                  <a:schemeClr val="accent3"/>
                </a:solidFill>
              </a:defRPr>
            </a:lvl1pPr>
          </a:lstStyle>
          <a:p>
            <a:pPr lvl="0"/>
            <a:r>
              <a:rPr lang="en-US" dirty="0"/>
              <a:t>Facility/Service/Clinical Stream name</a:t>
            </a:r>
          </a:p>
        </p:txBody>
      </p:sp>
      <p:sp>
        <p:nvSpPr>
          <p:cNvPr id="14" name="Footer Placeholder 5">
            <a:extLst>
              <a:ext uri="{FF2B5EF4-FFF2-40B4-BE49-F238E27FC236}">
                <a16:creationId xmlns:a16="http://schemas.microsoft.com/office/drawing/2014/main" id="{ECFE71DE-9D8A-A481-D1D5-680CCEB9702D}"/>
              </a:ext>
            </a:extLst>
          </p:cNvPr>
          <p:cNvSpPr>
            <a:spLocks noGrp="1"/>
          </p:cNvSpPr>
          <p:nvPr>
            <p:ph type="ftr" sz="quarter" idx="12"/>
          </p:nvPr>
        </p:nvSpPr>
        <p:spPr>
          <a:xfrm>
            <a:off x="3923593" y="6071172"/>
            <a:ext cx="4344814" cy="217124"/>
          </a:xfrm>
        </p:spPr>
        <p:txBody>
          <a:bodyPr/>
          <a:lstStyle>
            <a:lvl1pPr algn="ctr">
              <a:defRPr>
                <a:solidFill>
                  <a:schemeClr val="bg1">
                    <a:lumMod val="50000"/>
                  </a:schemeClr>
                </a:solidFill>
              </a:defRPr>
            </a:lvl1pPr>
          </a:lstStyle>
          <a:p>
            <a:r>
              <a:rPr lang="en-AU"/>
              <a:t>V[XX] Effective: [MM/YYYY] Review: [MM/YYYY]</a:t>
            </a:r>
            <a:endParaRPr lang="en-AU" dirty="0"/>
          </a:p>
        </p:txBody>
      </p:sp>
    </p:spTree>
    <p:extLst>
      <p:ext uri="{BB962C8B-B14F-4D97-AF65-F5344CB8AC3E}">
        <p14:creationId xmlns:p14="http://schemas.microsoft.com/office/powerpoint/2010/main" val="397274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2: Title Slide - dar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F1907A-2A0D-9041-A237-4C30EC62A18D}"/>
              </a:ext>
            </a:extLst>
          </p:cNvPr>
          <p:cNvPicPr>
            <a:picLocks noChangeAspect="1"/>
          </p:cNvPicPr>
          <p:nvPr userDrawn="1"/>
        </p:nvPicPr>
        <p:blipFill>
          <a:blip r:embed="rId2"/>
          <a:srcRect/>
          <a:stretch/>
        </p:blipFill>
        <p:spPr>
          <a:xfrm>
            <a:off x="4873" y="538"/>
            <a:ext cx="12190088" cy="6856924"/>
          </a:xfrm>
          <a:prstGeom prst="rect">
            <a:avLst/>
          </a:prstGeom>
          <a:noFill/>
        </p:spPr>
      </p:pic>
      <p:sp>
        <p:nvSpPr>
          <p:cNvPr id="5" name="Title 1">
            <a:extLst>
              <a:ext uri="{FF2B5EF4-FFF2-40B4-BE49-F238E27FC236}">
                <a16:creationId xmlns:a16="http://schemas.microsoft.com/office/drawing/2014/main" id="{0EC6EB99-D74E-C855-C68E-EB71E16D053B}"/>
              </a:ext>
            </a:extLst>
          </p:cNvPr>
          <p:cNvSpPr>
            <a:spLocks noGrp="1"/>
          </p:cNvSpPr>
          <p:nvPr>
            <p:ph type="title"/>
          </p:nvPr>
        </p:nvSpPr>
        <p:spPr>
          <a:xfrm>
            <a:off x="1271464" y="3034986"/>
            <a:ext cx="7704856" cy="1232637"/>
          </a:xfrm>
        </p:spPr>
        <p:txBody>
          <a:bodyPr anchor="ctr" anchorCtr="0">
            <a:noAutofit/>
          </a:bodyPr>
          <a:lstStyle>
            <a:lvl1pPr>
              <a:lnSpc>
                <a:spcPct val="100000"/>
              </a:lnSpc>
              <a:defRPr sz="3600" b="1">
                <a:solidFill>
                  <a:schemeClr val="bg1"/>
                </a:solidFill>
              </a:defRPr>
            </a:lvl1pPr>
          </a:lstStyle>
          <a:p>
            <a:r>
              <a:rPr lang="en-US" dirty="0"/>
              <a:t>Click to edit Master title style</a:t>
            </a:r>
            <a:endParaRPr lang="en-AU" dirty="0"/>
          </a:p>
        </p:txBody>
      </p:sp>
      <p:sp>
        <p:nvSpPr>
          <p:cNvPr id="7" name="Text Placeholder 6">
            <a:extLst>
              <a:ext uri="{FF2B5EF4-FFF2-40B4-BE49-F238E27FC236}">
                <a16:creationId xmlns:a16="http://schemas.microsoft.com/office/drawing/2014/main" id="{A33D3B9A-8098-B3E1-10B6-FFD376D638B1}"/>
              </a:ext>
            </a:extLst>
          </p:cNvPr>
          <p:cNvSpPr>
            <a:spLocks noGrp="1"/>
          </p:cNvSpPr>
          <p:nvPr>
            <p:ph type="body" sz="quarter" idx="10"/>
          </p:nvPr>
        </p:nvSpPr>
        <p:spPr>
          <a:xfrm>
            <a:off x="1271464" y="4267623"/>
            <a:ext cx="5064894" cy="731541"/>
          </a:xfrm>
        </p:spPr>
        <p:txBody>
          <a:bodyPr>
            <a:normAutofit/>
          </a:bodyPr>
          <a:lstStyle>
            <a:lvl1pPr marL="0" indent="0">
              <a:buNone/>
              <a:defRPr sz="1600">
                <a:solidFill>
                  <a:schemeClr val="accent4"/>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ECFE71DE-9D8A-A481-D1D5-680CCEB9702D}"/>
              </a:ext>
            </a:extLst>
          </p:cNvPr>
          <p:cNvSpPr>
            <a:spLocks noGrp="1"/>
          </p:cNvSpPr>
          <p:nvPr>
            <p:ph type="ftr" sz="quarter" idx="12"/>
          </p:nvPr>
        </p:nvSpPr>
        <p:spPr>
          <a:xfrm>
            <a:off x="3923593" y="6071172"/>
            <a:ext cx="4344814" cy="217124"/>
          </a:xfrm>
        </p:spPr>
        <p:txBody>
          <a:bodyPr/>
          <a:lstStyle>
            <a:lvl1pPr algn="ctr">
              <a:defRPr>
                <a:solidFill>
                  <a:schemeClr val="bg1"/>
                </a:solidFill>
              </a:defRPr>
            </a:lvl1pPr>
          </a:lstStyle>
          <a:p>
            <a:r>
              <a:rPr lang="en-AU" dirty="0"/>
              <a:t>V[XX] Effective: [MM/YYYY] Review: [MM/YYYY]</a:t>
            </a:r>
          </a:p>
        </p:txBody>
      </p:sp>
      <p:sp>
        <p:nvSpPr>
          <p:cNvPr id="2" name="Text Placeholder 4">
            <a:extLst>
              <a:ext uri="{FF2B5EF4-FFF2-40B4-BE49-F238E27FC236}">
                <a16:creationId xmlns:a16="http://schemas.microsoft.com/office/drawing/2014/main" id="{5E5E9BED-BB54-F9E9-59DE-F50E7C29DB32}"/>
              </a:ext>
            </a:extLst>
          </p:cNvPr>
          <p:cNvSpPr>
            <a:spLocks noGrp="1"/>
          </p:cNvSpPr>
          <p:nvPr>
            <p:ph type="body" sz="quarter" idx="11" hasCustomPrompt="1"/>
          </p:nvPr>
        </p:nvSpPr>
        <p:spPr>
          <a:xfrm>
            <a:off x="1271464" y="2662058"/>
            <a:ext cx="7704856" cy="372601"/>
          </a:xfrm>
        </p:spPr>
        <p:txBody>
          <a:bodyPr anchor="ctr">
            <a:noAutofit/>
          </a:bodyPr>
          <a:lstStyle>
            <a:lvl1pPr marL="0" indent="0" algn="l">
              <a:buNone/>
              <a:defRPr sz="1800" b="1">
                <a:solidFill>
                  <a:schemeClr val="bg1"/>
                </a:solidFill>
              </a:defRPr>
            </a:lvl1pPr>
          </a:lstStyle>
          <a:p>
            <a:pPr lvl="0"/>
            <a:r>
              <a:rPr lang="en-US" dirty="0"/>
              <a:t>Facility/Service/Clinical Stream name</a:t>
            </a:r>
          </a:p>
        </p:txBody>
      </p:sp>
    </p:spTree>
    <p:extLst>
      <p:ext uri="{BB962C8B-B14F-4D97-AF65-F5344CB8AC3E}">
        <p14:creationId xmlns:p14="http://schemas.microsoft.com/office/powerpoint/2010/main" val="209713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pt3: Title Slide - Image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7646E0-D02D-764A-A180-27F94ED722AB}"/>
              </a:ext>
            </a:extLst>
          </p:cNvPr>
          <p:cNvPicPr>
            <a:picLocks noChangeAspect="1"/>
          </p:cNvPicPr>
          <p:nvPr userDrawn="1"/>
        </p:nvPicPr>
        <p:blipFill>
          <a:blip r:embed="rId2"/>
          <a:srcRect/>
          <a:stretch/>
        </p:blipFill>
        <p:spPr>
          <a:xfrm>
            <a:off x="0" y="12092"/>
            <a:ext cx="12190090" cy="6856925"/>
          </a:xfrm>
          <a:prstGeom prst="rect">
            <a:avLst/>
          </a:prstGeom>
        </p:spPr>
      </p:pic>
      <p:sp>
        <p:nvSpPr>
          <p:cNvPr id="2" name="Title 1">
            <a:extLst>
              <a:ext uri="{FF2B5EF4-FFF2-40B4-BE49-F238E27FC236}">
                <a16:creationId xmlns:a16="http://schemas.microsoft.com/office/drawing/2014/main" id="{4D631E3E-BB6C-F182-3CC5-6EB2CC601B49}"/>
              </a:ext>
            </a:extLst>
          </p:cNvPr>
          <p:cNvSpPr>
            <a:spLocks noGrp="1"/>
          </p:cNvSpPr>
          <p:nvPr>
            <p:ph type="title"/>
          </p:nvPr>
        </p:nvSpPr>
        <p:spPr>
          <a:xfrm>
            <a:off x="911424" y="1001401"/>
            <a:ext cx="5064894" cy="1232637"/>
          </a:xfrm>
        </p:spPr>
        <p:txBody>
          <a:bodyPr anchor="ctr" anchorCtr="0">
            <a:noAutofit/>
          </a:bodyPr>
          <a:lstStyle>
            <a:lvl1pPr>
              <a:lnSpc>
                <a:spcPct val="100000"/>
              </a:lnSpc>
              <a:defRPr sz="3600" b="1">
                <a:solidFill>
                  <a:schemeClr val="bg1"/>
                </a:solidFill>
              </a:defRPr>
            </a:lvl1pPr>
          </a:lstStyle>
          <a:p>
            <a:r>
              <a:rPr lang="en-US"/>
              <a:t>Click to edit Master title style</a:t>
            </a:r>
            <a:endParaRPr lang="en-AU" dirty="0"/>
          </a:p>
        </p:txBody>
      </p:sp>
      <p:sp>
        <p:nvSpPr>
          <p:cNvPr id="3" name="Text Placeholder 6">
            <a:extLst>
              <a:ext uri="{FF2B5EF4-FFF2-40B4-BE49-F238E27FC236}">
                <a16:creationId xmlns:a16="http://schemas.microsoft.com/office/drawing/2014/main" id="{0F6B660F-D62D-85B9-A887-670F382C3DC3}"/>
              </a:ext>
            </a:extLst>
          </p:cNvPr>
          <p:cNvSpPr>
            <a:spLocks noGrp="1"/>
          </p:cNvSpPr>
          <p:nvPr>
            <p:ph type="body" sz="quarter" idx="10"/>
          </p:nvPr>
        </p:nvSpPr>
        <p:spPr>
          <a:xfrm>
            <a:off x="911424" y="2234038"/>
            <a:ext cx="5064894" cy="739653"/>
          </a:xfrm>
        </p:spPr>
        <p:txBody>
          <a:bodyPr>
            <a:normAutofit/>
          </a:bodyPr>
          <a:lstStyle>
            <a:lvl1pPr marL="0" indent="0">
              <a:buNone/>
              <a:defRPr sz="1600">
                <a:solidFill>
                  <a:schemeClr val="bg1"/>
                </a:solidFill>
              </a:defRPr>
            </a:lvl1pPr>
          </a:lstStyle>
          <a:p>
            <a:pPr lvl="0"/>
            <a:r>
              <a:rPr lang="en-US" dirty="0"/>
              <a:t>Click to edit Master text styles</a:t>
            </a:r>
          </a:p>
        </p:txBody>
      </p:sp>
      <p:sp>
        <p:nvSpPr>
          <p:cNvPr id="4" name="Text Placeholder 4">
            <a:extLst>
              <a:ext uri="{FF2B5EF4-FFF2-40B4-BE49-F238E27FC236}">
                <a16:creationId xmlns:a16="http://schemas.microsoft.com/office/drawing/2014/main" id="{3EEDFF94-20D8-05A8-16DD-653572847640}"/>
              </a:ext>
            </a:extLst>
          </p:cNvPr>
          <p:cNvSpPr>
            <a:spLocks noGrp="1"/>
          </p:cNvSpPr>
          <p:nvPr>
            <p:ph type="body" sz="quarter" idx="11" hasCustomPrompt="1"/>
          </p:nvPr>
        </p:nvSpPr>
        <p:spPr>
          <a:xfrm>
            <a:off x="911424" y="620687"/>
            <a:ext cx="6696744" cy="380713"/>
          </a:xfrm>
        </p:spPr>
        <p:txBody>
          <a:bodyPr anchor="ctr">
            <a:noAutofit/>
          </a:bodyPr>
          <a:lstStyle>
            <a:lvl1pPr marL="0" indent="0" algn="l">
              <a:buNone/>
              <a:defRPr sz="1600" b="1">
                <a:solidFill>
                  <a:schemeClr val="accent4"/>
                </a:solidFill>
              </a:defRPr>
            </a:lvl1pPr>
          </a:lstStyle>
          <a:p>
            <a:pPr lvl="0"/>
            <a:r>
              <a:rPr lang="en-US" dirty="0"/>
              <a:t>Facility/Service/Clinical Stream name</a:t>
            </a:r>
          </a:p>
        </p:txBody>
      </p:sp>
      <p:sp>
        <p:nvSpPr>
          <p:cNvPr id="6" name="Footer Placeholder 5">
            <a:extLst>
              <a:ext uri="{FF2B5EF4-FFF2-40B4-BE49-F238E27FC236}">
                <a16:creationId xmlns:a16="http://schemas.microsoft.com/office/drawing/2014/main" id="{26E11AE1-9D26-BD71-6198-763E63B501B1}"/>
              </a:ext>
            </a:extLst>
          </p:cNvPr>
          <p:cNvSpPr>
            <a:spLocks noGrp="1"/>
          </p:cNvSpPr>
          <p:nvPr>
            <p:ph type="ftr" sz="quarter" idx="12"/>
          </p:nvPr>
        </p:nvSpPr>
        <p:spPr>
          <a:xfrm>
            <a:off x="3923593" y="6267159"/>
            <a:ext cx="4344814" cy="217124"/>
          </a:xfrm>
        </p:spPr>
        <p:txBody>
          <a:bodyPr/>
          <a:lstStyle>
            <a:lvl1pPr algn="ctr">
              <a:defRPr>
                <a:solidFill>
                  <a:schemeClr val="bg1">
                    <a:lumMod val="50000"/>
                  </a:schemeClr>
                </a:solidFill>
              </a:defRPr>
            </a:lvl1pPr>
          </a:lstStyle>
          <a:p>
            <a:r>
              <a:rPr lang="en-AU"/>
              <a:t>V[XX] Effective: [MM/YYYY] Review: [MM/YYYY]</a:t>
            </a:r>
            <a:endParaRPr lang="en-AU" dirty="0"/>
          </a:p>
        </p:txBody>
      </p:sp>
    </p:spTree>
    <p:extLst>
      <p:ext uri="{BB962C8B-B14F-4D97-AF65-F5344CB8AC3E}">
        <p14:creationId xmlns:p14="http://schemas.microsoft.com/office/powerpoint/2010/main" val="111696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t4: Title Slide - Add Image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7646E0-D02D-764A-A180-27F94ED722AB}"/>
              </a:ext>
            </a:extLst>
          </p:cNvPr>
          <p:cNvPicPr>
            <a:picLocks noChangeAspect="1"/>
          </p:cNvPicPr>
          <p:nvPr userDrawn="1"/>
        </p:nvPicPr>
        <p:blipFill>
          <a:blip r:embed="rId2"/>
          <a:srcRect/>
          <a:stretch/>
        </p:blipFill>
        <p:spPr>
          <a:xfrm>
            <a:off x="1" y="12092"/>
            <a:ext cx="12190088" cy="6856925"/>
          </a:xfrm>
          <a:prstGeom prst="rect">
            <a:avLst/>
          </a:prstGeom>
        </p:spPr>
      </p:pic>
      <p:sp>
        <p:nvSpPr>
          <p:cNvPr id="2" name="Title 1">
            <a:extLst>
              <a:ext uri="{FF2B5EF4-FFF2-40B4-BE49-F238E27FC236}">
                <a16:creationId xmlns:a16="http://schemas.microsoft.com/office/drawing/2014/main" id="{4D631E3E-BB6C-F182-3CC5-6EB2CC601B49}"/>
              </a:ext>
            </a:extLst>
          </p:cNvPr>
          <p:cNvSpPr>
            <a:spLocks noGrp="1"/>
          </p:cNvSpPr>
          <p:nvPr>
            <p:ph type="title"/>
          </p:nvPr>
        </p:nvSpPr>
        <p:spPr>
          <a:xfrm>
            <a:off x="911424" y="1001401"/>
            <a:ext cx="5064894" cy="1232637"/>
          </a:xfrm>
        </p:spPr>
        <p:txBody>
          <a:bodyPr anchor="ctr" anchorCtr="0">
            <a:noAutofit/>
          </a:bodyPr>
          <a:lstStyle>
            <a:lvl1pPr>
              <a:lnSpc>
                <a:spcPct val="100000"/>
              </a:lnSpc>
              <a:defRPr sz="3600" b="1">
                <a:solidFill>
                  <a:schemeClr val="bg1"/>
                </a:solidFill>
              </a:defRPr>
            </a:lvl1pPr>
          </a:lstStyle>
          <a:p>
            <a:r>
              <a:rPr lang="en-US"/>
              <a:t>Click to edit Master title style</a:t>
            </a:r>
            <a:endParaRPr lang="en-AU" dirty="0"/>
          </a:p>
        </p:txBody>
      </p:sp>
      <p:sp>
        <p:nvSpPr>
          <p:cNvPr id="3" name="Text Placeholder 6">
            <a:extLst>
              <a:ext uri="{FF2B5EF4-FFF2-40B4-BE49-F238E27FC236}">
                <a16:creationId xmlns:a16="http://schemas.microsoft.com/office/drawing/2014/main" id="{0F6B660F-D62D-85B9-A887-670F382C3DC3}"/>
              </a:ext>
            </a:extLst>
          </p:cNvPr>
          <p:cNvSpPr>
            <a:spLocks noGrp="1"/>
          </p:cNvSpPr>
          <p:nvPr>
            <p:ph type="body" sz="quarter" idx="10"/>
          </p:nvPr>
        </p:nvSpPr>
        <p:spPr>
          <a:xfrm>
            <a:off x="911424" y="2234038"/>
            <a:ext cx="5064894" cy="739653"/>
          </a:xfrm>
        </p:spPr>
        <p:txBody>
          <a:bodyPr>
            <a:normAutofit/>
          </a:bodyPr>
          <a:lstStyle>
            <a:lvl1pPr marL="0" indent="0">
              <a:buNone/>
              <a:defRPr sz="1600">
                <a:solidFill>
                  <a:schemeClr val="bg1"/>
                </a:solidFill>
              </a:defRPr>
            </a:lvl1pPr>
          </a:lstStyle>
          <a:p>
            <a:pPr lvl="0"/>
            <a:r>
              <a:rPr lang="en-US" dirty="0"/>
              <a:t>Click to edit Master text styles</a:t>
            </a:r>
          </a:p>
        </p:txBody>
      </p:sp>
      <p:sp>
        <p:nvSpPr>
          <p:cNvPr id="4" name="Text Placeholder 4">
            <a:extLst>
              <a:ext uri="{FF2B5EF4-FFF2-40B4-BE49-F238E27FC236}">
                <a16:creationId xmlns:a16="http://schemas.microsoft.com/office/drawing/2014/main" id="{3EEDFF94-20D8-05A8-16DD-653572847640}"/>
              </a:ext>
            </a:extLst>
          </p:cNvPr>
          <p:cNvSpPr>
            <a:spLocks noGrp="1"/>
          </p:cNvSpPr>
          <p:nvPr>
            <p:ph type="body" sz="quarter" idx="11" hasCustomPrompt="1"/>
          </p:nvPr>
        </p:nvSpPr>
        <p:spPr>
          <a:xfrm>
            <a:off x="911424" y="620688"/>
            <a:ext cx="6768752" cy="380712"/>
          </a:xfrm>
        </p:spPr>
        <p:txBody>
          <a:bodyPr anchor="ctr">
            <a:noAutofit/>
          </a:bodyPr>
          <a:lstStyle>
            <a:lvl1pPr marL="0" indent="0" algn="l">
              <a:buNone/>
              <a:defRPr sz="1600" b="1">
                <a:solidFill>
                  <a:schemeClr val="accent4"/>
                </a:solidFill>
              </a:defRPr>
            </a:lvl1pPr>
          </a:lstStyle>
          <a:p>
            <a:pPr lvl="0"/>
            <a:r>
              <a:rPr lang="en-US" dirty="0"/>
              <a:t>Facility/Service/Clinical Stream name</a:t>
            </a:r>
          </a:p>
        </p:txBody>
      </p:sp>
      <p:sp>
        <p:nvSpPr>
          <p:cNvPr id="5" name="Footer Placeholder 5">
            <a:extLst>
              <a:ext uri="{FF2B5EF4-FFF2-40B4-BE49-F238E27FC236}">
                <a16:creationId xmlns:a16="http://schemas.microsoft.com/office/drawing/2014/main" id="{59F62465-4BA9-DAD5-8382-3E2B365E86F7}"/>
              </a:ext>
            </a:extLst>
          </p:cNvPr>
          <p:cNvSpPr>
            <a:spLocks noGrp="1"/>
          </p:cNvSpPr>
          <p:nvPr>
            <p:ph type="ftr" sz="quarter" idx="12"/>
          </p:nvPr>
        </p:nvSpPr>
        <p:spPr>
          <a:xfrm>
            <a:off x="3923593" y="6267159"/>
            <a:ext cx="4344814" cy="217124"/>
          </a:xfrm>
        </p:spPr>
        <p:txBody>
          <a:bodyPr/>
          <a:lstStyle>
            <a:lvl1pPr algn="ctr">
              <a:defRPr>
                <a:solidFill>
                  <a:schemeClr val="bg1">
                    <a:lumMod val="50000"/>
                  </a:schemeClr>
                </a:solidFill>
              </a:defRPr>
            </a:lvl1pPr>
          </a:lstStyle>
          <a:p>
            <a:r>
              <a:rPr lang="en-AU"/>
              <a:t>V[XX] Effective: [MM/YYYY] Review: [MM/YYYY]</a:t>
            </a:r>
            <a:endParaRPr lang="en-AU" dirty="0"/>
          </a:p>
        </p:txBody>
      </p:sp>
      <p:sp>
        <p:nvSpPr>
          <p:cNvPr id="6" name="Picture Placeholder 1">
            <a:extLst>
              <a:ext uri="{FF2B5EF4-FFF2-40B4-BE49-F238E27FC236}">
                <a16:creationId xmlns:a16="http://schemas.microsoft.com/office/drawing/2014/main" id="{3A3D4788-48E9-63E9-4914-6721B09E75D9}"/>
              </a:ext>
            </a:extLst>
          </p:cNvPr>
          <p:cNvSpPr>
            <a:spLocks noGrp="1"/>
          </p:cNvSpPr>
          <p:nvPr>
            <p:ph type="pic" sz="quarter" idx="13"/>
          </p:nvPr>
        </p:nvSpPr>
        <p:spPr>
          <a:xfrm>
            <a:off x="207349" y="3255914"/>
            <a:ext cx="2880320" cy="2369105"/>
          </a:xfrm>
        </p:spPr>
        <p:txBody>
          <a:bodyPr anchor="ctr"/>
          <a:lstStyle>
            <a:lvl1pPr marL="0" indent="0" algn="ctr">
              <a:buFontTx/>
              <a:buNone/>
              <a:defRPr>
                <a:solidFill>
                  <a:schemeClr val="accent6"/>
                </a:solidFill>
              </a:defRPr>
            </a:lvl1pPr>
          </a:lstStyle>
          <a:p>
            <a:r>
              <a:rPr lang="en-AU" dirty="0"/>
              <a:t>Click icon to add picture</a:t>
            </a:r>
          </a:p>
        </p:txBody>
      </p:sp>
      <p:sp>
        <p:nvSpPr>
          <p:cNvPr id="7" name="Picture Placeholder 1">
            <a:extLst>
              <a:ext uri="{FF2B5EF4-FFF2-40B4-BE49-F238E27FC236}">
                <a16:creationId xmlns:a16="http://schemas.microsoft.com/office/drawing/2014/main" id="{612C6935-D3B1-5BCF-7EFA-CC8B6F8B485B}"/>
              </a:ext>
            </a:extLst>
          </p:cNvPr>
          <p:cNvSpPr>
            <a:spLocks noGrp="1"/>
          </p:cNvSpPr>
          <p:nvPr>
            <p:ph type="pic" sz="quarter" idx="14"/>
          </p:nvPr>
        </p:nvSpPr>
        <p:spPr>
          <a:xfrm>
            <a:off x="3071664" y="3255913"/>
            <a:ext cx="2376264" cy="2369105"/>
          </a:xfrm>
        </p:spPr>
        <p:txBody>
          <a:bodyPr anchor="ctr"/>
          <a:lstStyle>
            <a:lvl1pPr marL="0" indent="0" algn="ctr">
              <a:buFontTx/>
              <a:buNone/>
              <a:defRPr>
                <a:solidFill>
                  <a:schemeClr val="accent6"/>
                </a:solidFill>
              </a:defRPr>
            </a:lvl1pPr>
          </a:lstStyle>
          <a:p>
            <a:r>
              <a:rPr lang="en-AU" dirty="0"/>
              <a:t>Click icon to add picture</a:t>
            </a:r>
          </a:p>
        </p:txBody>
      </p:sp>
      <p:sp>
        <p:nvSpPr>
          <p:cNvPr id="9" name="Picture Placeholder 1">
            <a:extLst>
              <a:ext uri="{FF2B5EF4-FFF2-40B4-BE49-F238E27FC236}">
                <a16:creationId xmlns:a16="http://schemas.microsoft.com/office/drawing/2014/main" id="{15F8AF09-6AE2-D56D-70EB-D4045D0BFCA5}"/>
              </a:ext>
            </a:extLst>
          </p:cNvPr>
          <p:cNvSpPr>
            <a:spLocks noGrp="1"/>
          </p:cNvSpPr>
          <p:nvPr>
            <p:ph type="pic" sz="quarter" idx="15"/>
          </p:nvPr>
        </p:nvSpPr>
        <p:spPr>
          <a:xfrm>
            <a:off x="5447928" y="3255912"/>
            <a:ext cx="2880320" cy="2369105"/>
          </a:xfrm>
        </p:spPr>
        <p:txBody>
          <a:bodyPr anchor="ctr"/>
          <a:lstStyle>
            <a:lvl1pPr marL="0" indent="0" algn="ctr">
              <a:buFontTx/>
              <a:buNone/>
              <a:defRPr>
                <a:solidFill>
                  <a:schemeClr val="accent6"/>
                </a:solidFill>
              </a:defRPr>
            </a:lvl1pPr>
          </a:lstStyle>
          <a:p>
            <a:r>
              <a:rPr lang="en-AU" dirty="0"/>
              <a:t>Click icon to add picture</a:t>
            </a:r>
          </a:p>
        </p:txBody>
      </p:sp>
      <p:sp>
        <p:nvSpPr>
          <p:cNvPr id="10" name="Picture Placeholder 1">
            <a:extLst>
              <a:ext uri="{FF2B5EF4-FFF2-40B4-BE49-F238E27FC236}">
                <a16:creationId xmlns:a16="http://schemas.microsoft.com/office/drawing/2014/main" id="{399894F7-52FF-35CC-5885-EEA491D713C7}"/>
              </a:ext>
            </a:extLst>
          </p:cNvPr>
          <p:cNvSpPr>
            <a:spLocks noGrp="1"/>
          </p:cNvSpPr>
          <p:nvPr>
            <p:ph type="pic" sz="quarter" idx="16"/>
          </p:nvPr>
        </p:nvSpPr>
        <p:spPr>
          <a:xfrm>
            <a:off x="8328247" y="3255911"/>
            <a:ext cx="3656403" cy="2369105"/>
          </a:xfrm>
        </p:spPr>
        <p:txBody>
          <a:bodyPr anchor="ctr"/>
          <a:lstStyle>
            <a:lvl1pPr marL="0" indent="0" algn="ctr">
              <a:buFontTx/>
              <a:buNone/>
              <a:defRPr>
                <a:solidFill>
                  <a:schemeClr val="accent6"/>
                </a:solidFill>
              </a:defRPr>
            </a:lvl1pPr>
          </a:lstStyle>
          <a:p>
            <a:r>
              <a:rPr lang="en-AU" dirty="0"/>
              <a:t>Click icon to add picture</a:t>
            </a:r>
          </a:p>
        </p:txBody>
      </p:sp>
    </p:spTree>
    <p:extLst>
      <p:ext uri="{BB962C8B-B14F-4D97-AF65-F5344CB8AC3E}">
        <p14:creationId xmlns:p14="http://schemas.microsoft.com/office/powerpoint/2010/main" val="215499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cknowledgement Page">
    <p:spTree>
      <p:nvGrpSpPr>
        <p:cNvPr id="1" name=""/>
        <p:cNvGrpSpPr/>
        <p:nvPr/>
      </p:nvGrpSpPr>
      <p:grpSpPr>
        <a:xfrm>
          <a:off x="0" y="0"/>
          <a:ext cx="0" cy="0"/>
          <a:chOff x="0" y="0"/>
          <a:chExt cx="0" cy="0"/>
        </a:xfrm>
      </p:grpSpPr>
      <p:pic>
        <p:nvPicPr>
          <p:cNvPr id="9" name="Picture 8" descr="A close-up of a colorful pattern&#10;&#10;AI-generated content may be incorrect.">
            <a:extLst>
              <a:ext uri="{FF2B5EF4-FFF2-40B4-BE49-F238E27FC236}">
                <a16:creationId xmlns:a16="http://schemas.microsoft.com/office/drawing/2014/main" id="{4F4A9E84-CAA1-D97C-AFCC-8B8A5946A648}"/>
              </a:ext>
            </a:extLst>
          </p:cNvPr>
          <p:cNvPicPr>
            <a:picLocks noChangeAspect="1"/>
          </p:cNvPicPr>
          <p:nvPr userDrawn="1"/>
        </p:nvPicPr>
        <p:blipFill>
          <a:blip r:embed="rId2"/>
          <a:stretch>
            <a:fillRect/>
          </a:stretch>
        </p:blipFill>
        <p:spPr>
          <a:xfrm>
            <a:off x="-48683" y="0"/>
            <a:ext cx="12240683" cy="6885384"/>
          </a:xfrm>
          <a:prstGeom prst="rect">
            <a:avLst/>
          </a:prstGeom>
        </p:spPr>
      </p:pic>
    </p:spTree>
    <p:extLst>
      <p:ext uri="{BB962C8B-B14F-4D97-AF65-F5344CB8AC3E}">
        <p14:creationId xmlns:p14="http://schemas.microsoft.com/office/powerpoint/2010/main" val="96363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alues Page">
    <p:spTree>
      <p:nvGrpSpPr>
        <p:cNvPr id="1" name=""/>
        <p:cNvGrpSpPr/>
        <p:nvPr/>
      </p:nvGrpSpPr>
      <p:grpSpPr>
        <a:xfrm>
          <a:off x="0" y="0"/>
          <a:ext cx="0" cy="0"/>
          <a:chOff x="0" y="0"/>
          <a:chExt cx="0" cy="0"/>
        </a:xfrm>
      </p:grpSpPr>
      <p:pic>
        <p:nvPicPr>
          <p:cNvPr id="7" name="Picture 6" descr="A close-up of a person&#10;&#10;AI-generated content may be incorrect.">
            <a:extLst>
              <a:ext uri="{FF2B5EF4-FFF2-40B4-BE49-F238E27FC236}">
                <a16:creationId xmlns:a16="http://schemas.microsoft.com/office/drawing/2014/main" id="{A3ABA756-B635-F2B2-F592-98113A9DFB7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blue and black icons with text&#10;&#10;AI-generated content may be incorrect.">
            <a:extLst>
              <a:ext uri="{FF2B5EF4-FFF2-40B4-BE49-F238E27FC236}">
                <a16:creationId xmlns:a16="http://schemas.microsoft.com/office/drawing/2014/main" id="{F8E54A2E-BC29-E2C3-866F-65D535AF44E1}"/>
              </a:ext>
            </a:extLst>
          </p:cNvPr>
          <p:cNvPicPr>
            <a:picLocks noChangeAspect="1"/>
          </p:cNvPicPr>
          <p:nvPr userDrawn="1"/>
        </p:nvPicPr>
        <p:blipFill>
          <a:blip r:embed="rId3"/>
          <a:stretch>
            <a:fillRect/>
          </a:stretch>
        </p:blipFill>
        <p:spPr>
          <a:xfrm>
            <a:off x="2429360" y="1916832"/>
            <a:ext cx="7333280" cy="1891773"/>
          </a:xfrm>
          <a:prstGeom prst="rect">
            <a:avLst/>
          </a:prstGeom>
        </p:spPr>
      </p:pic>
      <p:sp>
        <p:nvSpPr>
          <p:cNvPr id="11" name="Title 1">
            <a:extLst>
              <a:ext uri="{FF2B5EF4-FFF2-40B4-BE49-F238E27FC236}">
                <a16:creationId xmlns:a16="http://schemas.microsoft.com/office/drawing/2014/main" id="{36E71C82-E4B6-21BF-6567-2E721E007904}"/>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7646E0-D02D-764A-A180-27F94ED722AB}"/>
              </a:ext>
            </a:extLst>
          </p:cNvPr>
          <p:cNvPicPr>
            <a:picLocks noChangeAspect="1"/>
          </p:cNvPicPr>
          <p:nvPr userDrawn="1"/>
        </p:nvPicPr>
        <p:blipFill>
          <a:blip r:embed="rId2"/>
          <a:srcRect/>
          <a:stretch/>
        </p:blipFill>
        <p:spPr>
          <a:xfrm>
            <a:off x="1" y="12092"/>
            <a:ext cx="12190088" cy="6856925"/>
          </a:xfrm>
          <a:prstGeom prst="rect">
            <a:avLst/>
          </a:prstGeom>
        </p:spPr>
      </p:pic>
      <p:sp>
        <p:nvSpPr>
          <p:cNvPr id="2" name="Title 1">
            <a:extLst>
              <a:ext uri="{FF2B5EF4-FFF2-40B4-BE49-F238E27FC236}">
                <a16:creationId xmlns:a16="http://schemas.microsoft.com/office/drawing/2014/main" id="{4D631E3E-BB6C-F182-3CC5-6EB2CC601B49}"/>
              </a:ext>
            </a:extLst>
          </p:cNvPr>
          <p:cNvSpPr>
            <a:spLocks noGrp="1"/>
          </p:cNvSpPr>
          <p:nvPr>
            <p:ph type="title" hasCustomPrompt="1"/>
          </p:nvPr>
        </p:nvSpPr>
        <p:spPr>
          <a:xfrm>
            <a:off x="911424" y="1577465"/>
            <a:ext cx="5064894" cy="1232637"/>
          </a:xfrm>
        </p:spPr>
        <p:txBody>
          <a:bodyPr anchor="ctr" anchorCtr="0">
            <a:noAutofit/>
          </a:bodyPr>
          <a:lstStyle>
            <a:lvl1pPr>
              <a:lnSpc>
                <a:spcPct val="100000"/>
              </a:lnSpc>
              <a:defRPr sz="3600" b="1">
                <a:solidFill>
                  <a:schemeClr val="bg1"/>
                </a:solidFill>
              </a:defRPr>
            </a:lvl1pPr>
          </a:lstStyle>
          <a:p>
            <a:r>
              <a:rPr lang="en-US" dirty="0"/>
              <a:t>Click to edit Section title style</a:t>
            </a:r>
            <a:endParaRPr lang="en-AU" dirty="0"/>
          </a:p>
        </p:txBody>
      </p:sp>
      <p:sp>
        <p:nvSpPr>
          <p:cNvPr id="3" name="Text Placeholder 6">
            <a:extLst>
              <a:ext uri="{FF2B5EF4-FFF2-40B4-BE49-F238E27FC236}">
                <a16:creationId xmlns:a16="http://schemas.microsoft.com/office/drawing/2014/main" id="{0F6B660F-D62D-85B9-A887-670F382C3DC3}"/>
              </a:ext>
            </a:extLst>
          </p:cNvPr>
          <p:cNvSpPr>
            <a:spLocks noGrp="1"/>
          </p:cNvSpPr>
          <p:nvPr>
            <p:ph type="body" sz="quarter" idx="10"/>
          </p:nvPr>
        </p:nvSpPr>
        <p:spPr>
          <a:xfrm>
            <a:off x="911424" y="2973691"/>
            <a:ext cx="5064894" cy="576064"/>
          </a:xfrm>
        </p:spPr>
        <p:txBody>
          <a:bodyPr>
            <a:normAutofit/>
          </a:bodyPr>
          <a:lstStyle>
            <a:lvl1pPr marL="0" indent="0">
              <a:buNone/>
              <a:defRPr sz="1600">
                <a:solidFill>
                  <a:schemeClr val="bg1"/>
                </a:solidFill>
              </a:defRPr>
            </a:lvl1pPr>
          </a:lstStyle>
          <a:p>
            <a:pPr lvl="0"/>
            <a:r>
              <a:rPr lang="en-US" dirty="0"/>
              <a:t>Click to edit Master text styles</a:t>
            </a:r>
          </a:p>
        </p:txBody>
      </p:sp>
      <p:sp>
        <p:nvSpPr>
          <p:cNvPr id="6" name="Footer Placeholder 5">
            <a:extLst>
              <a:ext uri="{FF2B5EF4-FFF2-40B4-BE49-F238E27FC236}">
                <a16:creationId xmlns:a16="http://schemas.microsoft.com/office/drawing/2014/main" id="{26E11AE1-9D26-BD71-6198-763E63B501B1}"/>
              </a:ext>
            </a:extLst>
          </p:cNvPr>
          <p:cNvSpPr>
            <a:spLocks noGrp="1"/>
          </p:cNvSpPr>
          <p:nvPr>
            <p:ph type="ftr" sz="quarter" idx="12"/>
          </p:nvPr>
        </p:nvSpPr>
        <p:spPr>
          <a:xfrm>
            <a:off x="3923593" y="6267159"/>
            <a:ext cx="4344814" cy="217124"/>
          </a:xfrm>
        </p:spPr>
        <p:txBody>
          <a:bodyPr/>
          <a:lstStyle>
            <a:lvl1pPr algn="ctr">
              <a:defRPr>
                <a:solidFill>
                  <a:schemeClr val="bg1">
                    <a:lumMod val="50000"/>
                  </a:schemeClr>
                </a:solidFill>
              </a:defRPr>
            </a:lvl1pPr>
          </a:lstStyle>
          <a:p>
            <a:r>
              <a:rPr lang="en-AU"/>
              <a:t>V[XX] Effective: [MM/YYYY] Review: [MM/YYYY]</a:t>
            </a:r>
            <a:endParaRPr lang="en-AU" dirty="0"/>
          </a:p>
        </p:txBody>
      </p:sp>
    </p:spTree>
    <p:extLst>
      <p:ext uri="{BB962C8B-B14F-4D97-AF65-F5344CB8AC3E}">
        <p14:creationId xmlns:p14="http://schemas.microsoft.com/office/powerpoint/2010/main" val="66882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Opt1: Content Page - Plain">
    <p:spTree>
      <p:nvGrpSpPr>
        <p:cNvPr id="1" name=""/>
        <p:cNvGrpSpPr/>
        <p:nvPr/>
      </p:nvGrpSpPr>
      <p:grpSpPr>
        <a:xfrm>
          <a:off x="0" y="0"/>
          <a:ext cx="0" cy="0"/>
          <a:chOff x="0" y="0"/>
          <a:chExt cx="0" cy="0"/>
        </a:xfrm>
      </p:grpSpPr>
      <p:pic>
        <p:nvPicPr>
          <p:cNvPr id="7" name="Picture 6" descr="A close-up of a person&#10;&#10;AI-generated content may be incorrect.">
            <a:extLst>
              <a:ext uri="{FF2B5EF4-FFF2-40B4-BE49-F238E27FC236}">
                <a16:creationId xmlns:a16="http://schemas.microsoft.com/office/drawing/2014/main" id="{A3ABA756-B635-F2B2-F592-98113A9DFB7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3" name="Content Placeholder 2"/>
          <p:cNvSpPr>
            <a:spLocks noGrp="1"/>
          </p:cNvSpPr>
          <p:nvPr>
            <p:ph idx="1"/>
          </p:nvPr>
        </p:nvSpPr>
        <p:spPr>
          <a:xfrm>
            <a:off x="527051" y="1196752"/>
            <a:ext cx="11137568" cy="4536504"/>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p:cNvSpPr>
            <a:spLocks noGrp="1"/>
          </p:cNvSpPr>
          <p:nvPr>
            <p:ph type="ftr" sz="quarter" idx="10"/>
          </p:nvPr>
        </p:nvSpPr>
        <p:spPr>
          <a:xfrm>
            <a:off x="527050" y="5948780"/>
            <a:ext cx="9505388" cy="216023"/>
          </a:xfrm>
        </p:spPr>
        <p:txBody>
          <a:bodyPr/>
          <a:lstStyle/>
          <a:p>
            <a:r>
              <a:rPr lang="en-AU" dirty="0"/>
              <a:t>V[XX] Effective: [MM/YYYY] Review: [MM/YYYY]</a:t>
            </a:r>
          </a:p>
        </p:txBody>
      </p:sp>
      <p:sp>
        <p:nvSpPr>
          <p:cNvPr id="5" name="Slide Number Placeholder 4"/>
          <p:cNvSpPr>
            <a:spLocks noGrp="1"/>
          </p:cNvSpPr>
          <p:nvPr>
            <p:ph type="sldNum" sz="quarter" idx="11"/>
          </p:nvPr>
        </p:nvSpPr>
        <p:spPr>
          <a:xfrm>
            <a:off x="11141578" y="5951450"/>
            <a:ext cx="523373" cy="217125"/>
          </a:xfrm>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030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Opt2: Content Page - Plai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ABA756-B635-F2B2-F592-98113A9DFB7B}"/>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3" name="Content Placeholder 2"/>
          <p:cNvSpPr>
            <a:spLocks noGrp="1"/>
          </p:cNvSpPr>
          <p:nvPr>
            <p:ph idx="1"/>
          </p:nvPr>
        </p:nvSpPr>
        <p:spPr>
          <a:xfrm>
            <a:off x="527051" y="1196752"/>
            <a:ext cx="11137568" cy="4536504"/>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p:cNvSpPr>
            <a:spLocks noGrp="1"/>
          </p:cNvSpPr>
          <p:nvPr>
            <p:ph type="ftr" sz="quarter" idx="10"/>
          </p:nvPr>
        </p:nvSpPr>
        <p:spPr>
          <a:xfrm>
            <a:off x="527050" y="5948780"/>
            <a:ext cx="9505388" cy="216023"/>
          </a:xfrm>
        </p:spPr>
        <p:txBody>
          <a:bodyPr/>
          <a:lstStyle/>
          <a:p>
            <a:r>
              <a:rPr lang="en-AU" dirty="0"/>
              <a:t>V[XX] Effective: [MM/YYYY] Review: [MM/YYYY]</a:t>
            </a:r>
          </a:p>
        </p:txBody>
      </p:sp>
      <p:sp>
        <p:nvSpPr>
          <p:cNvPr id="5" name="Slide Number Placeholder 4"/>
          <p:cNvSpPr>
            <a:spLocks noGrp="1"/>
          </p:cNvSpPr>
          <p:nvPr>
            <p:ph type="sldNum" sz="quarter" idx="11"/>
          </p:nvPr>
        </p:nvSpPr>
        <p:spPr>
          <a:xfrm>
            <a:off x="11141578" y="5951450"/>
            <a:ext cx="523373" cy="217125"/>
          </a:xfrm>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57293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t3: Content Page - Image small">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ABA756-B635-F2B2-F592-98113A9DFB7B}"/>
              </a:ext>
            </a:extLst>
          </p:cNvPr>
          <p:cNvPicPr>
            <a:picLocks noChangeAspect="1"/>
          </p:cNvPicPr>
          <p:nvPr userDrawn="1"/>
        </p:nvPicPr>
        <p:blipFill>
          <a:blip r:embed="rId2"/>
          <a:srcRect/>
          <a:stretch/>
        </p:blipFill>
        <p:spPr>
          <a:xfrm>
            <a:off x="0" y="0"/>
            <a:ext cx="12192000" cy="6858000"/>
          </a:xfrm>
          <a:prstGeom prst="rect">
            <a:avLst/>
          </a:prstGeom>
        </p:spPr>
      </p:pic>
      <p:sp>
        <p:nvSpPr>
          <p:cNvPr id="6" name="Picture Placeholder 1">
            <a:extLst>
              <a:ext uri="{FF2B5EF4-FFF2-40B4-BE49-F238E27FC236}">
                <a16:creationId xmlns:a16="http://schemas.microsoft.com/office/drawing/2014/main" id="{1FE4DE18-0F66-2A47-C308-889FD1CA303F}"/>
              </a:ext>
            </a:extLst>
          </p:cNvPr>
          <p:cNvSpPr>
            <a:spLocks noGrp="1"/>
          </p:cNvSpPr>
          <p:nvPr>
            <p:ph type="pic" sz="quarter" idx="13"/>
          </p:nvPr>
        </p:nvSpPr>
        <p:spPr>
          <a:xfrm>
            <a:off x="6240015" y="226832"/>
            <a:ext cx="5682238" cy="613036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638"/>
              <a:gd name="connsiteY0" fmla="*/ 10000 h 10000"/>
              <a:gd name="connsiteX1" fmla="*/ 3638 w 11638"/>
              <a:gd name="connsiteY1" fmla="*/ 0 h 10000"/>
              <a:gd name="connsiteX2" fmla="*/ 11638 w 11638"/>
              <a:gd name="connsiteY2" fmla="*/ 0 h 10000"/>
              <a:gd name="connsiteX3" fmla="*/ 9638 w 11638"/>
              <a:gd name="connsiteY3" fmla="*/ 10000 h 10000"/>
              <a:gd name="connsiteX4" fmla="*/ 0 w 11638"/>
              <a:gd name="connsiteY4" fmla="*/ 10000 h 10000"/>
              <a:gd name="connsiteX0" fmla="*/ 0 w 11638"/>
              <a:gd name="connsiteY0" fmla="*/ 10016 h 10016"/>
              <a:gd name="connsiteX1" fmla="*/ 3773 w 11638"/>
              <a:gd name="connsiteY1" fmla="*/ 0 h 10016"/>
              <a:gd name="connsiteX2" fmla="*/ 11638 w 11638"/>
              <a:gd name="connsiteY2" fmla="*/ 16 h 10016"/>
              <a:gd name="connsiteX3" fmla="*/ 9638 w 11638"/>
              <a:gd name="connsiteY3" fmla="*/ 10016 h 10016"/>
              <a:gd name="connsiteX4" fmla="*/ 0 w 11638"/>
              <a:gd name="connsiteY4" fmla="*/ 10016 h 10016"/>
              <a:gd name="connsiteX0" fmla="*/ 0 w 9638"/>
              <a:gd name="connsiteY0" fmla="*/ 10016 h 10016"/>
              <a:gd name="connsiteX1" fmla="*/ 3773 w 9638"/>
              <a:gd name="connsiteY1" fmla="*/ 0 h 10016"/>
              <a:gd name="connsiteX2" fmla="*/ 8845 w 9638"/>
              <a:gd name="connsiteY2" fmla="*/ 16 h 10016"/>
              <a:gd name="connsiteX3" fmla="*/ 9638 w 9638"/>
              <a:gd name="connsiteY3" fmla="*/ 10016 h 10016"/>
              <a:gd name="connsiteX4" fmla="*/ 0 w 9638"/>
              <a:gd name="connsiteY4" fmla="*/ 10016 h 10016"/>
              <a:gd name="connsiteX0" fmla="*/ 0 w 9240"/>
              <a:gd name="connsiteY0" fmla="*/ 10000 h 10000"/>
              <a:gd name="connsiteX1" fmla="*/ 3915 w 9240"/>
              <a:gd name="connsiteY1" fmla="*/ 0 h 10000"/>
              <a:gd name="connsiteX2" fmla="*/ 9177 w 9240"/>
              <a:gd name="connsiteY2" fmla="*/ 16 h 10000"/>
              <a:gd name="connsiteX3" fmla="*/ 9011 w 9240"/>
              <a:gd name="connsiteY3" fmla="*/ 9990 h 10000"/>
              <a:gd name="connsiteX4" fmla="*/ 0 w 9240"/>
              <a:gd name="connsiteY4" fmla="*/ 10000 h 10000"/>
              <a:gd name="connsiteX0" fmla="*/ 0 w 10027"/>
              <a:gd name="connsiteY0" fmla="*/ 10000 h 10000"/>
              <a:gd name="connsiteX1" fmla="*/ 4237 w 10027"/>
              <a:gd name="connsiteY1" fmla="*/ 0 h 10000"/>
              <a:gd name="connsiteX2" fmla="*/ 9932 w 10027"/>
              <a:gd name="connsiteY2" fmla="*/ 16 h 10000"/>
              <a:gd name="connsiteX3" fmla="*/ 10012 w 10027"/>
              <a:gd name="connsiteY3" fmla="*/ 10000 h 10000"/>
              <a:gd name="connsiteX4" fmla="*/ 0 w 10027"/>
              <a:gd name="connsiteY4" fmla="*/ 10000 h 10000"/>
              <a:gd name="connsiteX0" fmla="*/ 0 w 10096"/>
              <a:gd name="connsiteY0" fmla="*/ 10000 h 10000"/>
              <a:gd name="connsiteX1" fmla="*/ 4237 w 10096"/>
              <a:gd name="connsiteY1" fmla="*/ 0 h 10000"/>
              <a:gd name="connsiteX2" fmla="*/ 9932 w 10096"/>
              <a:gd name="connsiteY2" fmla="*/ 16 h 10000"/>
              <a:gd name="connsiteX3" fmla="*/ 10012 w 10096"/>
              <a:gd name="connsiteY3" fmla="*/ 10000 h 10000"/>
              <a:gd name="connsiteX4" fmla="*/ 0 w 10096"/>
              <a:gd name="connsiteY4" fmla="*/ 10000 h 10000"/>
              <a:gd name="connsiteX0" fmla="*/ 0 w 10096"/>
              <a:gd name="connsiteY0" fmla="*/ 10014 h 10014"/>
              <a:gd name="connsiteX1" fmla="*/ 4237 w 10096"/>
              <a:gd name="connsiteY1" fmla="*/ 14 h 10014"/>
              <a:gd name="connsiteX2" fmla="*/ 9932 w 10096"/>
              <a:gd name="connsiteY2" fmla="*/ 0 h 10014"/>
              <a:gd name="connsiteX3" fmla="*/ 10012 w 10096"/>
              <a:gd name="connsiteY3" fmla="*/ 10014 h 10014"/>
              <a:gd name="connsiteX4" fmla="*/ 0 w 10096"/>
              <a:gd name="connsiteY4" fmla="*/ 10014 h 10014"/>
              <a:gd name="connsiteX0" fmla="*/ 0 w 10018"/>
              <a:gd name="connsiteY0" fmla="*/ 10014 h 10014"/>
              <a:gd name="connsiteX1" fmla="*/ 4237 w 10018"/>
              <a:gd name="connsiteY1" fmla="*/ 14 h 10014"/>
              <a:gd name="connsiteX2" fmla="*/ 9932 w 10018"/>
              <a:gd name="connsiteY2" fmla="*/ 0 h 10014"/>
              <a:gd name="connsiteX3" fmla="*/ 10012 w 10018"/>
              <a:gd name="connsiteY3" fmla="*/ 10014 h 10014"/>
              <a:gd name="connsiteX4" fmla="*/ 0 w 10018"/>
              <a:gd name="connsiteY4" fmla="*/ 10014 h 10014"/>
              <a:gd name="connsiteX0" fmla="*/ 0 w 10012"/>
              <a:gd name="connsiteY0" fmla="*/ 10014 h 10014"/>
              <a:gd name="connsiteX1" fmla="*/ 4237 w 10012"/>
              <a:gd name="connsiteY1" fmla="*/ 14 h 10014"/>
              <a:gd name="connsiteX2" fmla="*/ 9932 w 10012"/>
              <a:gd name="connsiteY2" fmla="*/ 0 h 10014"/>
              <a:gd name="connsiteX3" fmla="*/ 10012 w 10012"/>
              <a:gd name="connsiteY3" fmla="*/ 10014 h 10014"/>
              <a:gd name="connsiteX4" fmla="*/ 0 w 10012"/>
              <a:gd name="connsiteY4" fmla="*/ 10014 h 10014"/>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64 w 10012"/>
              <a:gd name="connsiteY2" fmla="*/ 16 h 10000"/>
              <a:gd name="connsiteX3" fmla="*/ 10012 w 10012"/>
              <a:gd name="connsiteY3" fmla="*/ 10000 h 10000"/>
              <a:gd name="connsiteX4" fmla="*/ 0 w 10012"/>
              <a:gd name="connsiteY4" fmla="*/ 10000 h 10000"/>
              <a:gd name="connsiteX0" fmla="*/ 0 w 10021"/>
              <a:gd name="connsiteY0" fmla="*/ 10000 h 10000"/>
              <a:gd name="connsiteX1" fmla="*/ 4237 w 10021"/>
              <a:gd name="connsiteY1" fmla="*/ 0 h 10000"/>
              <a:gd name="connsiteX2" fmla="*/ 10007 w 10021"/>
              <a:gd name="connsiteY2" fmla="*/ 16 h 10000"/>
              <a:gd name="connsiteX3" fmla="*/ 10012 w 10021"/>
              <a:gd name="connsiteY3" fmla="*/ 10000 h 10000"/>
              <a:gd name="connsiteX4" fmla="*/ 0 w 10021"/>
              <a:gd name="connsiteY4" fmla="*/ 10000 h 10000"/>
              <a:gd name="connsiteX0" fmla="*/ 0 w 10012"/>
              <a:gd name="connsiteY0" fmla="*/ 10000 h 10000"/>
              <a:gd name="connsiteX1" fmla="*/ 4237 w 10012"/>
              <a:gd name="connsiteY1" fmla="*/ 0 h 10000"/>
              <a:gd name="connsiteX2" fmla="*/ 10007 w 10012"/>
              <a:gd name="connsiteY2" fmla="*/ 16 h 10000"/>
              <a:gd name="connsiteX3" fmla="*/ 10012 w 10012"/>
              <a:gd name="connsiteY3" fmla="*/ 10000 h 10000"/>
              <a:gd name="connsiteX4" fmla="*/ 0 w 10012"/>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2" h="10000">
                <a:moveTo>
                  <a:pt x="0" y="10000"/>
                </a:moveTo>
                <a:lnTo>
                  <a:pt x="4237" y="0"/>
                </a:lnTo>
                <a:lnTo>
                  <a:pt x="10007" y="16"/>
                </a:lnTo>
                <a:cubicBezTo>
                  <a:pt x="10022" y="4635"/>
                  <a:pt x="9965" y="7352"/>
                  <a:pt x="10012" y="10000"/>
                </a:cubicBezTo>
                <a:lnTo>
                  <a:pt x="0" y="10000"/>
                </a:lnTo>
                <a:close/>
              </a:path>
            </a:pathLst>
          </a:custGeom>
          <a:solidFill>
            <a:schemeClr val="tx2">
              <a:lumMod val="20000"/>
              <a:lumOff val="80000"/>
            </a:schemeClr>
          </a:solidFill>
        </p:spPr>
        <p:txBody>
          <a:bodyPr anchor="ctr"/>
          <a:lstStyle>
            <a:lvl1pPr marL="0" indent="0" algn="ctr">
              <a:buFontTx/>
              <a:buNone/>
              <a:defRPr>
                <a:solidFill>
                  <a:schemeClr val="accent6"/>
                </a:solidFill>
              </a:defRPr>
            </a:lvl1pPr>
          </a:lstStyle>
          <a:p>
            <a:r>
              <a:rPr lang="en-AU" dirty="0"/>
              <a:t>Click icon to add picture</a:t>
            </a:r>
          </a:p>
        </p:txBody>
      </p:sp>
      <p:sp>
        <p:nvSpPr>
          <p:cNvPr id="2" name="Title 1"/>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3" name="Content Placeholder 2"/>
          <p:cNvSpPr>
            <a:spLocks noGrp="1"/>
          </p:cNvSpPr>
          <p:nvPr>
            <p:ph idx="1"/>
          </p:nvPr>
        </p:nvSpPr>
        <p:spPr>
          <a:xfrm>
            <a:off x="527051" y="1196752"/>
            <a:ext cx="6577061" cy="4536504"/>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p:cNvSpPr>
            <a:spLocks noGrp="1"/>
          </p:cNvSpPr>
          <p:nvPr>
            <p:ph type="ftr" sz="quarter" idx="10"/>
          </p:nvPr>
        </p:nvSpPr>
        <p:spPr>
          <a:xfrm>
            <a:off x="527050" y="5948780"/>
            <a:ext cx="9505388" cy="216023"/>
          </a:xfrm>
        </p:spPr>
        <p:txBody>
          <a:bodyPr/>
          <a:lstStyle/>
          <a:p>
            <a:r>
              <a:rPr lang="en-AU" dirty="0"/>
              <a:t>V[XX] Effective: [MM/YYYY] Review: [MM/YYYY]</a:t>
            </a:r>
          </a:p>
        </p:txBody>
      </p:sp>
      <p:sp>
        <p:nvSpPr>
          <p:cNvPr id="5" name="Slide Number Placeholder 4"/>
          <p:cNvSpPr>
            <a:spLocks noGrp="1"/>
          </p:cNvSpPr>
          <p:nvPr>
            <p:ph type="sldNum" sz="quarter" idx="11"/>
          </p:nvPr>
        </p:nvSpPr>
        <p:spPr>
          <a:xfrm>
            <a:off x="11141578" y="5951450"/>
            <a:ext cx="523373" cy="217125"/>
          </a:xfrm>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387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pt4: Content Page - Image lar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ABA756-B635-F2B2-F592-98113A9DFB7B}"/>
              </a:ext>
            </a:extLst>
          </p:cNvPr>
          <p:cNvPicPr>
            <a:picLocks noChangeAspect="1"/>
          </p:cNvPicPr>
          <p:nvPr userDrawn="1"/>
        </p:nvPicPr>
        <p:blipFill>
          <a:blip r:embed="rId2"/>
          <a:srcRect/>
          <a:stretch/>
        </p:blipFill>
        <p:spPr>
          <a:xfrm>
            <a:off x="0" y="0"/>
            <a:ext cx="12192000" cy="6858000"/>
          </a:xfrm>
          <a:prstGeom prst="rect">
            <a:avLst/>
          </a:prstGeom>
        </p:spPr>
      </p:pic>
      <p:sp>
        <p:nvSpPr>
          <p:cNvPr id="8" name="Picture Placeholder 1">
            <a:extLst>
              <a:ext uri="{FF2B5EF4-FFF2-40B4-BE49-F238E27FC236}">
                <a16:creationId xmlns:a16="http://schemas.microsoft.com/office/drawing/2014/main" id="{4C582744-F04A-0562-B91B-5425340AEFFB}"/>
              </a:ext>
            </a:extLst>
          </p:cNvPr>
          <p:cNvSpPr>
            <a:spLocks noGrp="1"/>
          </p:cNvSpPr>
          <p:nvPr>
            <p:ph type="pic" sz="quarter" idx="13"/>
          </p:nvPr>
        </p:nvSpPr>
        <p:spPr>
          <a:xfrm>
            <a:off x="223202" y="236641"/>
            <a:ext cx="8348912" cy="6120551"/>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638"/>
              <a:gd name="connsiteY0" fmla="*/ 10000 h 10000"/>
              <a:gd name="connsiteX1" fmla="*/ 3638 w 11638"/>
              <a:gd name="connsiteY1" fmla="*/ 0 h 10000"/>
              <a:gd name="connsiteX2" fmla="*/ 11638 w 11638"/>
              <a:gd name="connsiteY2" fmla="*/ 0 h 10000"/>
              <a:gd name="connsiteX3" fmla="*/ 9638 w 11638"/>
              <a:gd name="connsiteY3" fmla="*/ 10000 h 10000"/>
              <a:gd name="connsiteX4" fmla="*/ 0 w 11638"/>
              <a:gd name="connsiteY4" fmla="*/ 10000 h 10000"/>
              <a:gd name="connsiteX0" fmla="*/ 0 w 11638"/>
              <a:gd name="connsiteY0" fmla="*/ 10016 h 10016"/>
              <a:gd name="connsiteX1" fmla="*/ 3773 w 11638"/>
              <a:gd name="connsiteY1" fmla="*/ 0 h 10016"/>
              <a:gd name="connsiteX2" fmla="*/ 11638 w 11638"/>
              <a:gd name="connsiteY2" fmla="*/ 16 h 10016"/>
              <a:gd name="connsiteX3" fmla="*/ 9638 w 11638"/>
              <a:gd name="connsiteY3" fmla="*/ 10016 h 10016"/>
              <a:gd name="connsiteX4" fmla="*/ 0 w 11638"/>
              <a:gd name="connsiteY4" fmla="*/ 10016 h 10016"/>
              <a:gd name="connsiteX0" fmla="*/ 0 w 9638"/>
              <a:gd name="connsiteY0" fmla="*/ 10016 h 10016"/>
              <a:gd name="connsiteX1" fmla="*/ 3773 w 9638"/>
              <a:gd name="connsiteY1" fmla="*/ 0 h 10016"/>
              <a:gd name="connsiteX2" fmla="*/ 8845 w 9638"/>
              <a:gd name="connsiteY2" fmla="*/ 16 h 10016"/>
              <a:gd name="connsiteX3" fmla="*/ 9638 w 9638"/>
              <a:gd name="connsiteY3" fmla="*/ 10016 h 10016"/>
              <a:gd name="connsiteX4" fmla="*/ 0 w 9638"/>
              <a:gd name="connsiteY4" fmla="*/ 10016 h 10016"/>
              <a:gd name="connsiteX0" fmla="*/ 0 w 9240"/>
              <a:gd name="connsiteY0" fmla="*/ 10000 h 10000"/>
              <a:gd name="connsiteX1" fmla="*/ 3915 w 9240"/>
              <a:gd name="connsiteY1" fmla="*/ 0 h 10000"/>
              <a:gd name="connsiteX2" fmla="*/ 9177 w 9240"/>
              <a:gd name="connsiteY2" fmla="*/ 16 h 10000"/>
              <a:gd name="connsiteX3" fmla="*/ 9011 w 9240"/>
              <a:gd name="connsiteY3" fmla="*/ 9990 h 10000"/>
              <a:gd name="connsiteX4" fmla="*/ 0 w 9240"/>
              <a:gd name="connsiteY4" fmla="*/ 10000 h 10000"/>
              <a:gd name="connsiteX0" fmla="*/ 0 w 10027"/>
              <a:gd name="connsiteY0" fmla="*/ 10000 h 10000"/>
              <a:gd name="connsiteX1" fmla="*/ 4237 w 10027"/>
              <a:gd name="connsiteY1" fmla="*/ 0 h 10000"/>
              <a:gd name="connsiteX2" fmla="*/ 9932 w 10027"/>
              <a:gd name="connsiteY2" fmla="*/ 16 h 10000"/>
              <a:gd name="connsiteX3" fmla="*/ 10012 w 10027"/>
              <a:gd name="connsiteY3" fmla="*/ 10000 h 10000"/>
              <a:gd name="connsiteX4" fmla="*/ 0 w 10027"/>
              <a:gd name="connsiteY4" fmla="*/ 10000 h 10000"/>
              <a:gd name="connsiteX0" fmla="*/ 0 w 10096"/>
              <a:gd name="connsiteY0" fmla="*/ 10000 h 10000"/>
              <a:gd name="connsiteX1" fmla="*/ 4237 w 10096"/>
              <a:gd name="connsiteY1" fmla="*/ 0 h 10000"/>
              <a:gd name="connsiteX2" fmla="*/ 9932 w 10096"/>
              <a:gd name="connsiteY2" fmla="*/ 16 h 10000"/>
              <a:gd name="connsiteX3" fmla="*/ 10012 w 10096"/>
              <a:gd name="connsiteY3" fmla="*/ 10000 h 10000"/>
              <a:gd name="connsiteX4" fmla="*/ 0 w 10096"/>
              <a:gd name="connsiteY4" fmla="*/ 10000 h 10000"/>
              <a:gd name="connsiteX0" fmla="*/ 0 w 10096"/>
              <a:gd name="connsiteY0" fmla="*/ 10014 h 10014"/>
              <a:gd name="connsiteX1" fmla="*/ 4237 w 10096"/>
              <a:gd name="connsiteY1" fmla="*/ 14 h 10014"/>
              <a:gd name="connsiteX2" fmla="*/ 9932 w 10096"/>
              <a:gd name="connsiteY2" fmla="*/ 0 h 10014"/>
              <a:gd name="connsiteX3" fmla="*/ 10012 w 10096"/>
              <a:gd name="connsiteY3" fmla="*/ 10014 h 10014"/>
              <a:gd name="connsiteX4" fmla="*/ 0 w 10096"/>
              <a:gd name="connsiteY4" fmla="*/ 10014 h 10014"/>
              <a:gd name="connsiteX0" fmla="*/ 0 w 10018"/>
              <a:gd name="connsiteY0" fmla="*/ 10014 h 10014"/>
              <a:gd name="connsiteX1" fmla="*/ 4237 w 10018"/>
              <a:gd name="connsiteY1" fmla="*/ 14 h 10014"/>
              <a:gd name="connsiteX2" fmla="*/ 9932 w 10018"/>
              <a:gd name="connsiteY2" fmla="*/ 0 h 10014"/>
              <a:gd name="connsiteX3" fmla="*/ 10012 w 10018"/>
              <a:gd name="connsiteY3" fmla="*/ 10014 h 10014"/>
              <a:gd name="connsiteX4" fmla="*/ 0 w 10018"/>
              <a:gd name="connsiteY4" fmla="*/ 10014 h 10014"/>
              <a:gd name="connsiteX0" fmla="*/ 0 w 10012"/>
              <a:gd name="connsiteY0" fmla="*/ 10014 h 10014"/>
              <a:gd name="connsiteX1" fmla="*/ 4237 w 10012"/>
              <a:gd name="connsiteY1" fmla="*/ 14 h 10014"/>
              <a:gd name="connsiteX2" fmla="*/ 9932 w 10012"/>
              <a:gd name="connsiteY2" fmla="*/ 0 h 10014"/>
              <a:gd name="connsiteX3" fmla="*/ 10012 w 10012"/>
              <a:gd name="connsiteY3" fmla="*/ 10014 h 10014"/>
              <a:gd name="connsiteX4" fmla="*/ 0 w 10012"/>
              <a:gd name="connsiteY4" fmla="*/ 10014 h 10014"/>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64 w 10012"/>
              <a:gd name="connsiteY2" fmla="*/ 16 h 10000"/>
              <a:gd name="connsiteX3" fmla="*/ 10012 w 10012"/>
              <a:gd name="connsiteY3" fmla="*/ 10000 h 10000"/>
              <a:gd name="connsiteX4" fmla="*/ 0 w 10012"/>
              <a:gd name="connsiteY4" fmla="*/ 10000 h 10000"/>
              <a:gd name="connsiteX0" fmla="*/ 0 w 10021"/>
              <a:gd name="connsiteY0" fmla="*/ 10000 h 10000"/>
              <a:gd name="connsiteX1" fmla="*/ 4237 w 10021"/>
              <a:gd name="connsiteY1" fmla="*/ 0 h 10000"/>
              <a:gd name="connsiteX2" fmla="*/ 10007 w 10021"/>
              <a:gd name="connsiteY2" fmla="*/ 16 h 10000"/>
              <a:gd name="connsiteX3" fmla="*/ 10012 w 10021"/>
              <a:gd name="connsiteY3" fmla="*/ 10000 h 10000"/>
              <a:gd name="connsiteX4" fmla="*/ 0 w 10021"/>
              <a:gd name="connsiteY4" fmla="*/ 10000 h 10000"/>
              <a:gd name="connsiteX0" fmla="*/ 0 w 10012"/>
              <a:gd name="connsiteY0" fmla="*/ 10000 h 10000"/>
              <a:gd name="connsiteX1" fmla="*/ 4237 w 10012"/>
              <a:gd name="connsiteY1" fmla="*/ 0 h 10000"/>
              <a:gd name="connsiteX2" fmla="*/ 10007 w 10012"/>
              <a:gd name="connsiteY2" fmla="*/ 16 h 10000"/>
              <a:gd name="connsiteX3" fmla="*/ 10012 w 10012"/>
              <a:gd name="connsiteY3" fmla="*/ 10000 h 10000"/>
              <a:gd name="connsiteX4" fmla="*/ 0 w 10012"/>
              <a:gd name="connsiteY4" fmla="*/ 10000 h 10000"/>
              <a:gd name="connsiteX0" fmla="*/ 0 w 10012"/>
              <a:gd name="connsiteY0" fmla="*/ 9984 h 9984"/>
              <a:gd name="connsiteX1" fmla="*/ 215 w 10012"/>
              <a:gd name="connsiteY1" fmla="*/ 44 h 9984"/>
              <a:gd name="connsiteX2" fmla="*/ 10007 w 10012"/>
              <a:gd name="connsiteY2" fmla="*/ 0 h 9984"/>
              <a:gd name="connsiteX3" fmla="*/ 10012 w 10012"/>
              <a:gd name="connsiteY3" fmla="*/ 9984 h 9984"/>
              <a:gd name="connsiteX4" fmla="*/ 0 w 10012"/>
              <a:gd name="connsiteY4" fmla="*/ 9984 h 9984"/>
              <a:gd name="connsiteX0" fmla="*/ 143 w 10143"/>
              <a:gd name="connsiteY0" fmla="*/ 10000 h 10000"/>
              <a:gd name="connsiteX1" fmla="*/ 12 w 10143"/>
              <a:gd name="connsiteY1" fmla="*/ 4 h 10000"/>
              <a:gd name="connsiteX2" fmla="*/ 10138 w 10143"/>
              <a:gd name="connsiteY2" fmla="*/ 0 h 10000"/>
              <a:gd name="connsiteX3" fmla="*/ 10143 w 10143"/>
              <a:gd name="connsiteY3" fmla="*/ 10000 h 10000"/>
              <a:gd name="connsiteX4" fmla="*/ 143 w 10143"/>
              <a:gd name="connsiteY4" fmla="*/ 10000 h 10000"/>
              <a:gd name="connsiteX0" fmla="*/ 143 w 14544"/>
              <a:gd name="connsiteY0" fmla="*/ 10010 h 10010"/>
              <a:gd name="connsiteX1" fmla="*/ 12 w 14544"/>
              <a:gd name="connsiteY1" fmla="*/ 14 h 10010"/>
              <a:gd name="connsiteX2" fmla="*/ 14544 w 14544"/>
              <a:gd name="connsiteY2" fmla="*/ 0 h 10010"/>
              <a:gd name="connsiteX3" fmla="*/ 10143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2 w 14693"/>
              <a:gd name="connsiteY0" fmla="*/ 999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9990 h 10000"/>
              <a:gd name="connsiteX0" fmla="*/ 29 w 14710"/>
              <a:gd name="connsiteY0" fmla="*/ 9990 h 10000"/>
              <a:gd name="connsiteX1" fmla="*/ 38 w 14710"/>
              <a:gd name="connsiteY1" fmla="*/ 4 h 10000"/>
              <a:gd name="connsiteX2" fmla="*/ 14710 w 14710"/>
              <a:gd name="connsiteY2" fmla="*/ 0 h 10000"/>
              <a:gd name="connsiteX3" fmla="*/ 10428 w 14710"/>
              <a:gd name="connsiteY3" fmla="*/ 10000 h 10000"/>
              <a:gd name="connsiteX4" fmla="*/ 29 w 14710"/>
              <a:gd name="connsiteY4" fmla="*/ 9990 h 10000"/>
              <a:gd name="connsiteX0" fmla="*/ 12 w 14693"/>
              <a:gd name="connsiteY0" fmla="*/ 999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9990 h 10000"/>
              <a:gd name="connsiteX0" fmla="*/ 12 w 14693"/>
              <a:gd name="connsiteY0" fmla="*/ 1000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3" h="10000">
                <a:moveTo>
                  <a:pt x="12" y="10000"/>
                </a:moveTo>
                <a:cubicBezTo>
                  <a:pt x="-2" y="6662"/>
                  <a:pt x="-8" y="3533"/>
                  <a:pt x="21" y="4"/>
                </a:cubicBezTo>
                <a:lnTo>
                  <a:pt x="14693" y="0"/>
                </a:lnTo>
                <a:cubicBezTo>
                  <a:pt x="12721" y="4667"/>
                  <a:pt x="12167" y="5865"/>
                  <a:pt x="10411" y="10000"/>
                </a:cubicBezTo>
                <a:lnTo>
                  <a:pt x="12" y="10000"/>
                </a:lnTo>
                <a:close/>
              </a:path>
            </a:pathLst>
          </a:custGeom>
          <a:solidFill>
            <a:schemeClr val="tx2">
              <a:lumMod val="20000"/>
              <a:lumOff val="80000"/>
            </a:schemeClr>
          </a:solidFill>
        </p:spPr>
        <p:txBody>
          <a:bodyPr anchor="ctr"/>
          <a:lstStyle>
            <a:lvl1pPr marL="0" indent="0" algn="ctr">
              <a:buFontTx/>
              <a:buNone/>
              <a:defRPr>
                <a:solidFill>
                  <a:schemeClr val="accent6"/>
                </a:solidFill>
              </a:defRPr>
            </a:lvl1pPr>
          </a:lstStyle>
          <a:p>
            <a:r>
              <a:rPr lang="en-AU" dirty="0"/>
              <a:t>Click icon to add picture</a:t>
            </a:r>
          </a:p>
        </p:txBody>
      </p:sp>
      <p:sp>
        <p:nvSpPr>
          <p:cNvPr id="4" name="Footer Placeholder 3"/>
          <p:cNvSpPr>
            <a:spLocks noGrp="1"/>
          </p:cNvSpPr>
          <p:nvPr>
            <p:ph type="ftr" sz="quarter" idx="10"/>
          </p:nvPr>
        </p:nvSpPr>
        <p:spPr>
          <a:xfrm>
            <a:off x="527050" y="5948780"/>
            <a:ext cx="9505388" cy="216023"/>
          </a:xfrm>
        </p:spPr>
        <p:txBody>
          <a:bodyPr/>
          <a:lstStyle/>
          <a:p>
            <a:r>
              <a:rPr lang="en-AU" dirty="0"/>
              <a:t>V[XX] Effective: [MM/YYYY] Review: [MM/YYYY]</a:t>
            </a:r>
          </a:p>
        </p:txBody>
      </p:sp>
      <p:sp>
        <p:nvSpPr>
          <p:cNvPr id="5" name="Slide Number Placeholder 4"/>
          <p:cNvSpPr>
            <a:spLocks noGrp="1"/>
          </p:cNvSpPr>
          <p:nvPr>
            <p:ph type="sldNum" sz="quarter" idx="11"/>
          </p:nvPr>
        </p:nvSpPr>
        <p:spPr>
          <a:xfrm>
            <a:off x="11141578" y="5951450"/>
            <a:ext cx="523373" cy="217125"/>
          </a:xfrm>
        </p:spPr>
        <p:txBody>
          <a:bodyPr/>
          <a:lstStyle/>
          <a:p>
            <a:fld id="{E917DE0E-AFB1-41FD-BC35-27DB61CA125F}" type="slidenum">
              <a:rPr lang="en-AU" smtClean="0"/>
              <a:pPr/>
              <a:t>‹#›</a:t>
            </a:fld>
            <a:endParaRPr lang="en-AU" dirty="0"/>
          </a:p>
        </p:txBody>
      </p:sp>
      <p:sp>
        <p:nvSpPr>
          <p:cNvPr id="2" name="Title 1"/>
          <p:cNvSpPr>
            <a:spLocks noGrp="1"/>
          </p:cNvSpPr>
          <p:nvPr>
            <p:ph type="title" hasCustomPrompt="1"/>
          </p:nvPr>
        </p:nvSpPr>
        <p:spPr>
          <a:xfrm>
            <a:off x="7680176" y="3140968"/>
            <a:ext cx="4011817" cy="504056"/>
          </a:xfrm>
        </p:spPr>
        <p:txBody>
          <a:bodyPr>
            <a:normAutofit/>
          </a:bodyPr>
          <a:lstStyle>
            <a:lvl1pPr>
              <a:defRPr lang="en-AU" sz="2800" b="1" dirty="0">
                <a:solidFill>
                  <a:schemeClr val="tx2"/>
                </a:solidFill>
                <a:latin typeface="+mj-lt"/>
              </a:defRPr>
            </a:lvl1pPr>
          </a:lstStyle>
          <a:p>
            <a:r>
              <a:rPr lang="en-US" dirty="0"/>
              <a:t>Click to edit title style</a:t>
            </a:r>
            <a:endParaRPr lang="en-AU" dirty="0"/>
          </a:p>
        </p:txBody>
      </p:sp>
    </p:spTree>
    <p:extLst>
      <p:ext uri="{BB962C8B-B14F-4D97-AF65-F5344CB8AC3E}">
        <p14:creationId xmlns:p14="http://schemas.microsoft.com/office/powerpoint/2010/main" val="58760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t5: Content Page dark - Image lar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ABA756-B635-F2B2-F592-98113A9DFB7B}"/>
              </a:ext>
            </a:extLst>
          </p:cNvPr>
          <p:cNvPicPr>
            <a:picLocks noChangeAspect="1"/>
          </p:cNvPicPr>
          <p:nvPr userDrawn="1"/>
        </p:nvPicPr>
        <p:blipFill>
          <a:blip r:embed="rId2"/>
          <a:srcRect/>
          <a:stretch/>
        </p:blipFill>
        <p:spPr>
          <a:xfrm>
            <a:off x="0" y="0"/>
            <a:ext cx="12192000" cy="6858000"/>
          </a:xfrm>
          <a:prstGeom prst="rect">
            <a:avLst/>
          </a:prstGeom>
        </p:spPr>
      </p:pic>
      <p:sp>
        <p:nvSpPr>
          <p:cNvPr id="8" name="Picture Placeholder 1">
            <a:extLst>
              <a:ext uri="{FF2B5EF4-FFF2-40B4-BE49-F238E27FC236}">
                <a16:creationId xmlns:a16="http://schemas.microsoft.com/office/drawing/2014/main" id="{4C582744-F04A-0562-B91B-5425340AEFFB}"/>
              </a:ext>
            </a:extLst>
          </p:cNvPr>
          <p:cNvSpPr>
            <a:spLocks noGrp="1"/>
          </p:cNvSpPr>
          <p:nvPr>
            <p:ph type="pic" sz="quarter" idx="13"/>
          </p:nvPr>
        </p:nvSpPr>
        <p:spPr>
          <a:xfrm>
            <a:off x="223202" y="236641"/>
            <a:ext cx="8348912" cy="6120551"/>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638"/>
              <a:gd name="connsiteY0" fmla="*/ 10000 h 10000"/>
              <a:gd name="connsiteX1" fmla="*/ 3638 w 11638"/>
              <a:gd name="connsiteY1" fmla="*/ 0 h 10000"/>
              <a:gd name="connsiteX2" fmla="*/ 11638 w 11638"/>
              <a:gd name="connsiteY2" fmla="*/ 0 h 10000"/>
              <a:gd name="connsiteX3" fmla="*/ 9638 w 11638"/>
              <a:gd name="connsiteY3" fmla="*/ 10000 h 10000"/>
              <a:gd name="connsiteX4" fmla="*/ 0 w 11638"/>
              <a:gd name="connsiteY4" fmla="*/ 10000 h 10000"/>
              <a:gd name="connsiteX0" fmla="*/ 0 w 11638"/>
              <a:gd name="connsiteY0" fmla="*/ 10016 h 10016"/>
              <a:gd name="connsiteX1" fmla="*/ 3773 w 11638"/>
              <a:gd name="connsiteY1" fmla="*/ 0 h 10016"/>
              <a:gd name="connsiteX2" fmla="*/ 11638 w 11638"/>
              <a:gd name="connsiteY2" fmla="*/ 16 h 10016"/>
              <a:gd name="connsiteX3" fmla="*/ 9638 w 11638"/>
              <a:gd name="connsiteY3" fmla="*/ 10016 h 10016"/>
              <a:gd name="connsiteX4" fmla="*/ 0 w 11638"/>
              <a:gd name="connsiteY4" fmla="*/ 10016 h 10016"/>
              <a:gd name="connsiteX0" fmla="*/ 0 w 9638"/>
              <a:gd name="connsiteY0" fmla="*/ 10016 h 10016"/>
              <a:gd name="connsiteX1" fmla="*/ 3773 w 9638"/>
              <a:gd name="connsiteY1" fmla="*/ 0 h 10016"/>
              <a:gd name="connsiteX2" fmla="*/ 8845 w 9638"/>
              <a:gd name="connsiteY2" fmla="*/ 16 h 10016"/>
              <a:gd name="connsiteX3" fmla="*/ 9638 w 9638"/>
              <a:gd name="connsiteY3" fmla="*/ 10016 h 10016"/>
              <a:gd name="connsiteX4" fmla="*/ 0 w 9638"/>
              <a:gd name="connsiteY4" fmla="*/ 10016 h 10016"/>
              <a:gd name="connsiteX0" fmla="*/ 0 w 9240"/>
              <a:gd name="connsiteY0" fmla="*/ 10000 h 10000"/>
              <a:gd name="connsiteX1" fmla="*/ 3915 w 9240"/>
              <a:gd name="connsiteY1" fmla="*/ 0 h 10000"/>
              <a:gd name="connsiteX2" fmla="*/ 9177 w 9240"/>
              <a:gd name="connsiteY2" fmla="*/ 16 h 10000"/>
              <a:gd name="connsiteX3" fmla="*/ 9011 w 9240"/>
              <a:gd name="connsiteY3" fmla="*/ 9990 h 10000"/>
              <a:gd name="connsiteX4" fmla="*/ 0 w 9240"/>
              <a:gd name="connsiteY4" fmla="*/ 10000 h 10000"/>
              <a:gd name="connsiteX0" fmla="*/ 0 w 10027"/>
              <a:gd name="connsiteY0" fmla="*/ 10000 h 10000"/>
              <a:gd name="connsiteX1" fmla="*/ 4237 w 10027"/>
              <a:gd name="connsiteY1" fmla="*/ 0 h 10000"/>
              <a:gd name="connsiteX2" fmla="*/ 9932 w 10027"/>
              <a:gd name="connsiteY2" fmla="*/ 16 h 10000"/>
              <a:gd name="connsiteX3" fmla="*/ 10012 w 10027"/>
              <a:gd name="connsiteY3" fmla="*/ 10000 h 10000"/>
              <a:gd name="connsiteX4" fmla="*/ 0 w 10027"/>
              <a:gd name="connsiteY4" fmla="*/ 10000 h 10000"/>
              <a:gd name="connsiteX0" fmla="*/ 0 w 10096"/>
              <a:gd name="connsiteY0" fmla="*/ 10000 h 10000"/>
              <a:gd name="connsiteX1" fmla="*/ 4237 w 10096"/>
              <a:gd name="connsiteY1" fmla="*/ 0 h 10000"/>
              <a:gd name="connsiteX2" fmla="*/ 9932 w 10096"/>
              <a:gd name="connsiteY2" fmla="*/ 16 h 10000"/>
              <a:gd name="connsiteX3" fmla="*/ 10012 w 10096"/>
              <a:gd name="connsiteY3" fmla="*/ 10000 h 10000"/>
              <a:gd name="connsiteX4" fmla="*/ 0 w 10096"/>
              <a:gd name="connsiteY4" fmla="*/ 10000 h 10000"/>
              <a:gd name="connsiteX0" fmla="*/ 0 w 10096"/>
              <a:gd name="connsiteY0" fmla="*/ 10014 h 10014"/>
              <a:gd name="connsiteX1" fmla="*/ 4237 w 10096"/>
              <a:gd name="connsiteY1" fmla="*/ 14 h 10014"/>
              <a:gd name="connsiteX2" fmla="*/ 9932 w 10096"/>
              <a:gd name="connsiteY2" fmla="*/ 0 h 10014"/>
              <a:gd name="connsiteX3" fmla="*/ 10012 w 10096"/>
              <a:gd name="connsiteY3" fmla="*/ 10014 h 10014"/>
              <a:gd name="connsiteX4" fmla="*/ 0 w 10096"/>
              <a:gd name="connsiteY4" fmla="*/ 10014 h 10014"/>
              <a:gd name="connsiteX0" fmla="*/ 0 w 10018"/>
              <a:gd name="connsiteY0" fmla="*/ 10014 h 10014"/>
              <a:gd name="connsiteX1" fmla="*/ 4237 w 10018"/>
              <a:gd name="connsiteY1" fmla="*/ 14 h 10014"/>
              <a:gd name="connsiteX2" fmla="*/ 9932 w 10018"/>
              <a:gd name="connsiteY2" fmla="*/ 0 h 10014"/>
              <a:gd name="connsiteX3" fmla="*/ 10012 w 10018"/>
              <a:gd name="connsiteY3" fmla="*/ 10014 h 10014"/>
              <a:gd name="connsiteX4" fmla="*/ 0 w 10018"/>
              <a:gd name="connsiteY4" fmla="*/ 10014 h 10014"/>
              <a:gd name="connsiteX0" fmla="*/ 0 w 10012"/>
              <a:gd name="connsiteY0" fmla="*/ 10014 h 10014"/>
              <a:gd name="connsiteX1" fmla="*/ 4237 w 10012"/>
              <a:gd name="connsiteY1" fmla="*/ 14 h 10014"/>
              <a:gd name="connsiteX2" fmla="*/ 9932 w 10012"/>
              <a:gd name="connsiteY2" fmla="*/ 0 h 10014"/>
              <a:gd name="connsiteX3" fmla="*/ 10012 w 10012"/>
              <a:gd name="connsiteY3" fmla="*/ 10014 h 10014"/>
              <a:gd name="connsiteX4" fmla="*/ 0 w 10012"/>
              <a:gd name="connsiteY4" fmla="*/ 10014 h 10014"/>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32 w 10012"/>
              <a:gd name="connsiteY2" fmla="*/ 6 h 10000"/>
              <a:gd name="connsiteX3" fmla="*/ 10012 w 10012"/>
              <a:gd name="connsiteY3" fmla="*/ 10000 h 10000"/>
              <a:gd name="connsiteX4" fmla="*/ 0 w 10012"/>
              <a:gd name="connsiteY4" fmla="*/ 10000 h 10000"/>
              <a:gd name="connsiteX0" fmla="*/ 0 w 10012"/>
              <a:gd name="connsiteY0" fmla="*/ 10000 h 10000"/>
              <a:gd name="connsiteX1" fmla="*/ 4237 w 10012"/>
              <a:gd name="connsiteY1" fmla="*/ 0 h 10000"/>
              <a:gd name="connsiteX2" fmla="*/ 9964 w 10012"/>
              <a:gd name="connsiteY2" fmla="*/ 16 h 10000"/>
              <a:gd name="connsiteX3" fmla="*/ 10012 w 10012"/>
              <a:gd name="connsiteY3" fmla="*/ 10000 h 10000"/>
              <a:gd name="connsiteX4" fmla="*/ 0 w 10012"/>
              <a:gd name="connsiteY4" fmla="*/ 10000 h 10000"/>
              <a:gd name="connsiteX0" fmla="*/ 0 w 10021"/>
              <a:gd name="connsiteY0" fmla="*/ 10000 h 10000"/>
              <a:gd name="connsiteX1" fmla="*/ 4237 w 10021"/>
              <a:gd name="connsiteY1" fmla="*/ 0 h 10000"/>
              <a:gd name="connsiteX2" fmla="*/ 10007 w 10021"/>
              <a:gd name="connsiteY2" fmla="*/ 16 h 10000"/>
              <a:gd name="connsiteX3" fmla="*/ 10012 w 10021"/>
              <a:gd name="connsiteY3" fmla="*/ 10000 h 10000"/>
              <a:gd name="connsiteX4" fmla="*/ 0 w 10021"/>
              <a:gd name="connsiteY4" fmla="*/ 10000 h 10000"/>
              <a:gd name="connsiteX0" fmla="*/ 0 w 10012"/>
              <a:gd name="connsiteY0" fmla="*/ 10000 h 10000"/>
              <a:gd name="connsiteX1" fmla="*/ 4237 w 10012"/>
              <a:gd name="connsiteY1" fmla="*/ 0 h 10000"/>
              <a:gd name="connsiteX2" fmla="*/ 10007 w 10012"/>
              <a:gd name="connsiteY2" fmla="*/ 16 h 10000"/>
              <a:gd name="connsiteX3" fmla="*/ 10012 w 10012"/>
              <a:gd name="connsiteY3" fmla="*/ 10000 h 10000"/>
              <a:gd name="connsiteX4" fmla="*/ 0 w 10012"/>
              <a:gd name="connsiteY4" fmla="*/ 10000 h 10000"/>
              <a:gd name="connsiteX0" fmla="*/ 0 w 10012"/>
              <a:gd name="connsiteY0" fmla="*/ 9984 h 9984"/>
              <a:gd name="connsiteX1" fmla="*/ 215 w 10012"/>
              <a:gd name="connsiteY1" fmla="*/ 44 h 9984"/>
              <a:gd name="connsiteX2" fmla="*/ 10007 w 10012"/>
              <a:gd name="connsiteY2" fmla="*/ 0 h 9984"/>
              <a:gd name="connsiteX3" fmla="*/ 10012 w 10012"/>
              <a:gd name="connsiteY3" fmla="*/ 9984 h 9984"/>
              <a:gd name="connsiteX4" fmla="*/ 0 w 10012"/>
              <a:gd name="connsiteY4" fmla="*/ 9984 h 9984"/>
              <a:gd name="connsiteX0" fmla="*/ 143 w 10143"/>
              <a:gd name="connsiteY0" fmla="*/ 10000 h 10000"/>
              <a:gd name="connsiteX1" fmla="*/ 12 w 10143"/>
              <a:gd name="connsiteY1" fmla="*/ 4 h 10000"/>
              <a:gd name="connsiteX2" fmla="*/ 10138 w 10143"/>
              <a:gd name="connsiteY2" fmla="*/ 0 h 10000"/>
              <a:gd name="connsiteX3" fmla="*/ 10143 w 10143"/>
              <a:gd name="connsiteY3" fmla="*/ 10000 h 10000"/>
              <a:gd name="connsiteX4" fmla="*/ 143 w 10143"/>
              <a:gd name="connsiteY4" fmla="*/ 10000 h 10000"/>
              <a:gd name="connsiteX0" fmla="*/ 143 w 14544"/>
              <a:gd name="connsiteY0" fmla="*/ 10010 h 10010"/>
              <a:gd name="connsiteX1" fmla="*/ 12 w 14544"/>
              <a:gd name="connsiteY1" fmla="*/ 14 h 10010"/>
              <a:gd name="connsiteX2" fmla="*/ 14544 w 14544"/>
              <a:gd name="connsiteY2" fmla="*/ 0 h 10010"/>
              <a:gd name="connsiteX3" fmla="*/ 10143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544"/>
              <a:gd name="connsiteY0" fmla="*/ 10010 h 10010"/>
              <a:gd name="connsiteX1" fmla="*/ 12 w 14544"/>
              <a:gd name="connsiteY1" fmla="*/ 14 h 10010"/>
              <a:gd name="connsiteX2" fmla="*/ 14544 w 14544"/>
              <a:gd name="connsiteY2" fmla="*/ 0 h 10010"/>
              <a:gd name="connsiteX3" fmla="*/ 10402 w 14544"/>
              <a:gd name="connsiteY3" fmla="*/ 10010 h 10010"/>
              <a:gd name="connsiteX4" fmla="*/ 143 w 14544"/>
              <a:gd name="connsiteY4" fmla="*/ 10010 h 1001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43 w 14684"/>
              <a:gd name="connsiteY0" fmla="*/ 10000 h 10000"/>
              <a:gd name="connsiteX1" fmla="*/ 12 w 14684"/>
              <a:gd name="connsiteY1" fmla="*/ 4 h 10000"/>
              <a:gd name="connsiteX2" fmla="*/ 14684 w 14684"/>
              <a:gd name="connsiteY2" fmla="*/ 0 h 10000"/>
              <a:gd name="connsiteX3" fmla="*/ 10402 w 14684"/>
              <a:gd name="connsiteY3" fmla="*/ 10000 h 10000"/>
              <a:gd name="connsiteX4" fmla="*/ 143 w 14684"/>
              <a:gd name="connsiteY4" fmla="*/ 10000 h 10000"/>
              <a:gd name="connsiteX0" fmla="*/ 12 w 14693"/>
              <a:gd name="connsiteY0" fmla="*/ 999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9990 h 10000"/>
              <a:gd name="connsiteX0" fmla="*/ 29 w 14710"/>
              <a:gd name="connsiteY0" fmla="*/ 9990 h 10000"/>
              <a:gd name="connsiteX1" fmla="*/ 38 w 14710"/>
              <a:gd name="connsiteY1" fmla="*/ 4 h 10000"/>
              <a:gd name="connsiteX2" fmla="*/ 14710 w 14710"/>
              <a:gd name="connsiteY2" fmla="*/ 0 h 10000"/>
              <a:gd name="connsiteX3" fmla="*/ 10428 w 14710"/>
              <a:gd name="connsiteY3" fmla="*/ 10000 h 10000"/>
              <a:gd name="connsiteX4" fmla="*/ 29 w 14710"/>
              <a:gd name="connsiteY4" fmla="*/ 9990 h 10000"/>
              <a:gd name="connsiteX0" fmla="*/ 12 w 14693"/>
              <a:gd name="connsiteY0" fmla="*/ 999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9990 h 10000"/>
              <a:gd name="connsiteX0" fmla="*/ 12 w 14693"/>
              <a:gd name="connsiteY0" fmla="*/ 10000 h 10000"/>
              <a:gd name="connsiteX1" fmla="*/ 21 w 14693"/>
              <a:gd name="connsiteY1" fmla="*/ 4 h 10000"/>
              <a:gd name="connsiteX2" fmla="*/ 14693 w 14693"/>
              <a:gd name="connsiteY2" fmla="*/ 0 h 10000"/>
              <a:gd name="connsiteX3" fmla="*/ 10411 w 14693"/>
              <a:gd name="connsiteY3" fmla="*/ 10000 h 10000"/>
              <a:gd name="connsiteX4" fmla="*/ 12 w 14693"/>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3" h="10000">
                <a:moveTo>
                  <a:pt x="12" y="10000"/>
                </a:moveTo>
                <a:cubicBezTo>
                  <a:pt x="-2" y="6662"/>
                  <a:pt x="-8" y="3533"/>
                  <a:pt x="21" y="4"/>
                </a:cubicBezTo>
                <a:lnTo>
                  <a:pt x="14693" y="0"/>
                </a:lnTo>
                <a:cubicBezTo>
                  <a:pt x="12721" y="4667"/>
                  <a:pt x="12167" y="5865"/>
                  <a:pt x="10411" y="10000"/>
                </a:cubicBezTo>
                <a:lnTo>
                  <a:pt x="12" y="10000"/>
                </a:lnTo>
                <a:close/>
              </a:path>
            </a:pathLst>
          </a:custGeom>
          <a:solidFill>
            <a:schemeClr val="tx2">
              <a:lumMod val="20000"/>
              <a:lumOff val="80000"/>
            </a:schemeClr>
          </a:solidFill>
        </p:spPr>
        <p:txBody>
          <a:bodyPr anchor="ctr"/>
          <a:lstStyle>
            <a:lvl1pPr marL="0" indent="0" algn="ctr">
              <a:buFontTx/>
              <a:buNone/>
              <a:defRPr>
                <a:solidFill>
                  <a:schemeClr val="accent6"/>
                </a:solidFill>
              </a:defRPr>
            </a:lvl1pPr>
          </a:lstStyle>
          <a:p>
            <a:r>
              <a:rPr lang="en-AU" dirty="0"/>
              <a:t>Click icon to add picture</a:t>
            </a:r>
          </a:p>
        </p:txBody>
      </p:sp>
      <p:sp>
        <p:nvSpPr>
          <p:cNvPr id="4" name="Footer Placeholder 3"/>
          <p:cNvSpPr>
            <a:spLocks noGrp="1"/>
          </p:cNvSpPr>
          <p:nvPr>
            <p:ph type="ftr" sz="quarter" idx="10"/>
          </p:nvPr>
        </p:nvSpPr>
        <p:spPr>
          <a:xfrm>
            <a:off x="527050" y="5948780"/>
            <a:ext cx="9505388" cy="216023"/>
          </a:xfrm>
        </p:spPr>
        <p:txBody>
          <a:bodyPr/>
          <a:lstStyle/>
          <a:p>
            <a:r>
              <a:rPr lang="en-AU" dirty="0"/>
              <a:t>V[XX] Effective: [MM/YYYY] Review: [MM/YYYY]</a:t>
            </a:r>
          </a:p>
        </p:txBody>
      </p:sp>
      <p:sp>
        <p:nvSpPr>
          <p:cNvPr id="5" name="Slide Number Placeholder 4"/>
          <p:cNvSpPr>
            <a:spLocks noGrp="1"/>
          </p:cNvSpPr>
          <p:nvPr>
            <p:ph type="sldNum" sz="quarter" idx="11"/>
          </p:nvPr>
        </p:nvSpPr>
        <p:spPr>
          <a:xfrm>
            <a:off x="11141578" y="5951450"/>
            <a:ext cx="523373" cy="217125"/>
          </a:xfrm>
        </p:spPr>
        <p:txBody>
          <a:bodyPr/>
          <a:lstStyle>
            <a:lvl1pPr>
              <a:defRPr>
                <a:solidFill>
                  <a:schemeClr val="bg1"/>
                </a:solidFill>
              </a:defRPr>
            </a:lvl1pPr>
          </a:lstStyle>
          <a:p>
            <a:fld id="{E917DE0E-AFB1-41FD-BC35-27DB61CA125F}" type="slidenum">
              <a:rPr lang="en-AU" smtClean="0"/>
              <a:pPr/>
              <a:t>‹#›</a:t>
            </a:fld>
            <a:endParaRPr lang="en-AU" dirty="0"/>
          </a:p>
        </p:txBody>
      </p:sp>
      <p:pic>
        <p:nvPicPr>
          <p:cNvPr id="9" name="Picture 8" descr="A white line on a black background&#10;&#10;AI-generated content may be incorrect.">
            <a:extLst>
              <a:ext uri="{FF2B5EF4-FFF2-40B4-BE49-F238E27FC236}">
                <a16:creationId xmlns:a16="http://schemas.microsoft.com/office/drawing/2014/main" id="{F4807EE2-D5C2-6679-86EF-AC6FFE5A28C5}"/>
              </a:ext>
            </a:extLst>
          </p:cNvPr>
          <p:cNvPicPr>
            <a:picLocks noChangeAspect="1"/>
          </p:cNvPicPr>
          <p:nvPr userDrawn="1"/>
        </p:nvPicPr>
        <p:blipFill>
          <a:blip r:embed="rId3"/>
          <a:stretch>
            <a:fillRect/>
          </a:stretch>
        </p:blipFill>
        <p:spPr>
          <a:xfrm>
            <a:off x="5302609" y="18026"/>
            <a:ext cx="2632531" cy="6353944"/>
          </a:xfrm>
          <a:prstGeom prst="rect">
            <a:avLst/>
          </a:prstGeom>
        </p:spPr>
      </p:pic>
      <p:pic>
        <p:nvPicPr>
          <p:cNvPr id="11" name="Picture 10" descr="A white line on a black background&#10;&#10;AI-generated content may be incorrect.">
            <a:extLst>
              <a:ext uri="{FF2B5EF4-FFF2-40B4-BE49-F238E27FC236}">
                <a16:creationId xmlns:a16="http://schemas.microsoft.com/office/drawing/2014/main" id="{518FA824-1F16-28D7-C2F2-A8F84C691FB1}"/>
              </a:ext>
            </a:extLst>
          </p:cNvPr>
          <p:cNvPicPr>
            <a:picLocks noChangeAspect="1"/>
          </p:cNvPicPr>
          <p:nvPr userDrawn="1"/>
        </p:nvPicPr>
        <p:blipFill>
          <a:blip r:embed="rId4"/>
          <a:stretch>
            <a:fillRect/>
          </a:stretch>
        </p:blipFill>
        <p:spPr>
          <a:xfrm>
            <a:off x="2864547" y="18026"/>
            <a:ext cx="3202593" cy="6353944"/>
          </a:xfrm>
          <a:prstGeom prst="rect">
            <a:avLst/>
          </a:prstGeom>
        </p:spPr>
      </p:pic>
      <p:sp>
        <p:nvSpPr>
          <p:cNvPr id="3" name="Title 1">
            <a:extLst>
              <a:ext uri="{FF2B5EF4-FFF2-40B4-BE49-F238E27FC236}">
                <a16:creationId xmlns:a16="http://schemas.microsoft.com/office/drawing/2014/main" id="{B226F2FE-EC54-B625-BAEE-A4572BED779D}"/>
              </a:ext>
            </a:extLst>
          </p:cNvPr>
          <p:cNvSpPr>
            <a:spLocks noGrp="1"/>
          </p:cNvSpPr>
          <p:nvPr>
            <p:ph type="title" hasCustomPrompt="1"/>
          </p:nvPr>
        </p:nvSpPr>
        <p:spPr>
          <a:xfrm>
            <a:off x="7680176" y="3140968"/>
            <a:ext cx="4011817" cy="504056"/>
          </a:xfrm>
        </p:spPr>
        <p:txBody>
          <a:bodyPr>
            <a:normAutofit/>
          </a:bodyPr>
          <a:lstStyle>
            <a:lvl1pPr>
              <a:defRPr lang="en-AU" sz="2800" b="1" dirty="0">
                <a:solidFill>
                  <a:schemeClr val="bg1"/>
                </a:solidFill>
                <a:latin typeface="+mj-lt"/>
              </a:defRPr>
            </a:lvl1pPr>
          </a:lstStyle>
          <a:p>
            <a:r>
              <a:rPr lang="en-US" dirty="0"/>
              <a:t>Click to edit title style</a:t>
            </a:r>
            <a:endParaRPr lang="en-AU" dirty="0"/>
          </a:p>
        </p:txBody>
      </p:sp>
    </p:spTree>
    <p:extLst>
      <p:ext uri="{BB962C8B-B14F-4D97-AF65-F5344CB8AC3E}">
        <p14:creationId xmlns:p14="http://schemas.microsoft.com/office/powerpoint/2010/main" val="415702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pt6: Content Page">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r>
              <a:rPr lang="en-AU"/>
              <a:t>V[XX] Effective: [MM/YYYY] Review: [MM/YYYY]</a:t>
            </a:r>
            <a:endParaRPr lang="en-AU" dirty="0"/>
          </a:p>
        </p:txBody>
      </p:sp>
      <p:sp>
        <p:nvSpPr>
          <p:cNvPr id="7" name="Slide Number Placeholder 6"/>
          <p:cNvSpPr>
            <a:spLocks noGrp="1"/>
          </p:cNvSpPr>
          <p:nvPr>
            <p:ph type="sldNum" sz="quarter" idx="11"/>
          </p:nvPr>
        </p:nvSpPr>
        <p:spPr/>
        <p:txBody>
          <a:bodyPr/>
          <a:lstStyle/>
          <a:p>
            <a:fld id="{E917DE0E-AFB1-41FD-BC35-27DB61CA125F}" type="slidenum">
              <a:rPr lang="en-AU" smtClean="0"/>
              <a:pPr/>
              <a:t>‹#›</a:t>
            </a:fld>
            <a:endParaRPr lang="en-AU" dirty="0"/>
          </a:p>
        </p:txBody>
      </p:sp>
      <p:sp>
        <p:nvSpPr>
          <p:cNvPr id="9" name="Title 1">
            <a:extLst>
              <a:ext uri="{FF2B5EF4-FFF2-40B4-BE49-F238E27FC236}">
                <a16:creationId xmlns:a16="http://schemas.microsoft.com/office/drawing/2014/main" id="{6DDA9EF6-F8B2-82B7-F1FD-94FDDD977FBD}"/>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10" name="Content Placeholder 2">
            <a:extLst>
              <a:ext uri="{FF2B5EF4-FFF2-40B4-BE49-F238E27FC236}">
                <a16:creationId xmlns:a16="http://schemas.microsoft.com/office/drawing/2014/main" id="{B65F5D25-F5F0-4032-29FD-1958CAA0BD4C}"/>
              </a:ext>
            </a:extLst>
          </p:cNvPr>
          <p:cNvSpPr>
            <a:spLocks noGrp="1"/>
          </p:cNvSpPr>
          <p:nvPr>
            <p:ph idx="1"/>
          </p:nvPr>
        </p:nvSpPr>
        <p:spPr>
          <a:xfrm>
            <a:off x="527051" y="1196752"/>
            <a:ext cx="5424933" cy="4896544"/>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Content Placeholder 2">
            <a:extLst>
              <a:ext uri="{FF2B5EF4-FFF2-40B4-BE49-F238E27FC236}">
                <a16:creationId xmlns:a16="http://schemas.microsoft.com/office/drawing/2014/main" id="{6B71432B-E2F1-193F-06D0-CEE5196364E4}"/>
              </a:ext>
            </a:extLst>
          </p:cNvPr>
          <p:cNvSpPr>
            <a:spLocks noGrp="1"/>
          </p:cNvSpPr>
          <p:nvPr>
            <p:ph idx="12"/>
          </p:nvPr>
        </p:nvSpPr>
        <p:spPr>
          <a:xfrm>
            <a:off x="6240018" y="1196752"/>
            <a:ext cx="5424933" cy="4896544"/>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pt7: Content Page">
    <p:spTree>
      <p:nvGrpSpPr>
        <p:cNvPr id="1" name=""/>
        <p:cNvGrpSpPr/>
        <p:nvPr/>
      </p:nvGrpSpPr>
      <p:grpSpPr>
        <a:xfrm>
          <a:off x="0" y="0"/>
          <a:ext cx="0" cy="0"/>
          <a:chOff x="0" y="0"/>
          <a:chExt cx="0" cy="0"/>
        </a:xfrm>
      </p:grpSpPr>
      <p:sp>
        <p:nvSpPr>
          <p:cNvPr id="7" name="Picture Placeholder 2"/>
          <p:cNvSpPr>
            <a:spLocks noGrp="1"/>
          </p:cNvSpPr>
          <p:nvPr>
            <p:ph type="pic" idx="10"/>
          </p:nvPr>
        </p:nvSpPr>
        <p:spPr>
          <a:xfrm>
            <a:off x="6272357" y="1195200"/>
            <a:ext cx="5391675" cy="4826088"/>
          </a:xfrm>
          <a:solidFill>
            <a:schemeClr val="accent1">
              <a:lumMod val="20000"/>
              <a:lumOff val="80000"/>
            </a:schemeClr>
          </a:solidFill>
          <a:ln>
            <a:noFill/>
          </a:ln>
        </p:spPr>
        <p:txBody>
          <a:bodyPr/>
          <a:lstStyle>
            <a:lvl1pPr marL="0" indent="0" algn="ctr">
              <a:buNone/>
              <a:defRPr lang="en-AU" dirty="0">
                <a:solidFill>
                  <a:schemeClr val="accent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dirty="0"/>
          </a:p>
        </p:txBody>
      </p:sp>
      <p:sp>
        <p:nvSpPr>
          <p:cNvPr id="4" name="Footer Placeholder 3"/>
          <p:cNvSpPr>
            <a:spLocks noGrp="1"/>
          </p:cNvSpPr>
          <p:nvPr>
            <p:ph type="ftr" sz="quarter" idx="11"/>
          </p:nvPr>
        </p:nvSpPr>
        <p:spPr/>
        <p:txBody>
          <a:bodyPr/>
          <a:lstStyle/>
          <a:p>
            <a:r>
              <a:rPr lang="en-AU"/>
              <a:t>V[XX] Effective: [MM/YYYY] Review: [MM/YYYY]</a:t>
            </a:r>
            <a:endParaRPr lang="en-AU" dirty="0"/>
          </a:p>
        </p:txBody>
      </p:sp>
      <p:sp>
        <p:nvSpPr>
          <p:cNvPr id="5" name="Slide Number Placeholder 4"/>
          <p:cNvSpPr>
            <a:spLocks noGrp="1"/>
          </p:cNvSpPr>
          <p:nvPr>
            <p:ph type="sldNum" sz="quarter" idx="12"/>
          </p:nvPr>
        </p:nvSpPr>
        <p:spPr/>
        <p:txBody>
          <a:bodyPr/>
          <a:lstStyle/>
          <a:p>
            <a:fld id="{E917DE0E-AFB1-41FD-BC35-27DB61CA125F}" type="slidenum">
              <a:rPr lang="en-AU" smtClean="0"/>
              <a:pPr/>
              <a:t>‹#›</a:t>
            </a:fld>
            <a:endParaRPr lang="en-AU" dirty="0"/>
          </a:p>
        </p:txBody>
      </p:sp>
      <p:sp>
        <p:nvSpPr>
          <p:cNvPr id="6" name="Title 1">
            <a:extLst>
              <a:ext uri="{FF2B5EF4-FFF2-40B4-BE49-F238E27FC236}">
                <a16:creationId xmlns:a16="http://schemas.microsoft.com/office/drawing/2014/main" id="{52B297BD-447E-A965-697C-E86B1EE4486B}"/>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8" name="Content Placeholder 2">
            <a:extLst>
              <a:ext uri="{FF2B5EF4-FFF2-40B4-BE49-F238E27FC236}">
                <a16:creationId xmlns:a16="http://schemas.microsoft.com/office/drawing/2014/main" id="{F62E4C09-6C96-646D-9809-2C6306CC7C2D}"/>
              </a:ext>
            </a:extLst>
          </p:cNvPr>
          <p:cNvSpPr>
            <a:spLocks noGrp="1"/>
          </p:cNvSpPr>
          <p:nvPr>
            <p:ph idx="1"/>
          </p:nvPr>
        </p:nvSpPr>
        <p:spPr>
          <a:xfrm>
            <a:off x="527051" y="1196752"/>
            <a:ext cx="5424933" cy="4824536"/>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pt8: Content Page">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27051" y="1196752"/>
            <a:ext cx="11184949" cy="4248473"/>
          </a:xfrm>
          <a:solidFill>
            <a:schemeClr val="accent1">
              <a:lumMod val="20000"/>
              <a:lumOff val="80000"/>
            </a:schemeClr>
          </a:solidFill>
        </p:spPr>
        <p:txBody>
          <a:bodyPr/>
          <a:lstStyle>
            <a:lvl1pPr marL="0" indent="0" algn="ctr">
              <a:buNone/>
              <a:defRPr lang="en-AU" dirty="0">
                <a:solidFill>
                  <a:schemeClr val="accent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dirty="0"/>
          </a:p>
        </p:txBody>
      </p:sp>
      <p:sp>
        <p:nvSpPr>
          <p:cNvPr id="4" name="Text Placeholder 3"/>
          <p:cNvSpPr>
            <a:spLocks noGrp="1"/>
          </p:cNvSpPr>
          <p:nvPr>
            <p:ph type="body" sz="half" idx="2"/>
          </p:nvPr>
        </p:nvSpPr>
        <p:spPr>
          <a:xfrm>
            <a:off x="527051" y="5589240"/>
            <a:ext cx="11184949" cy="43204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Footer Placeholder 1"/>
          <p:cNvSpPr>
            <a:spLocks noGrp="1"/>
          </p:cNvSpPr>
          <p:nvPr>
            <p:ph type="ftr" sz="quarter" idx="10"/>
          </p:nvPr>
        </p:nvSpPr>
        <p:spPr/>
        <p:txBody>
          <a:bodyPr/>
          <a:lstStyle/>
          <a:p>
            <a:r>
              <a:rPr lang="en-AU"/>
              <a:t>V[XX] Effective: [MM/YYYY] Review: [MM/YYYY]</a:t>
            </a:r>
            <a:endParaRPr lang="en-AU" dirty="0"/>
          </a:p>
        </p:txBody>
      </p:sp>
      <p:sp>
        <p:nvSpPr>
          <p:cNvPr id="5" name="Slide Number Placeholder 4"/>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itle 1">
            <a:extLst>
              <a:ext uri="{FF2B5EF4-FFF2-40B4-BE49-F238E27FC236}">
                <a16:creationId xmlns:a16="http://schemas.microsoft.com/office/drawing/2014/main" id="{08BECB5B-245A-E944-E0A5-5FF0F8286420}"/>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pt9: Content Page">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12191999" cy="5445225"/>
          </a:xfrm>
          <a:solidFill>
            <a:schemeClr val="accent1">
              <a:lumMod val="20000"/>
              <a:lumOff val="80000"/>
            </a:schemeClr>
          </a:solidFill>
        </p:spPr>
        <p:txBody>
          <a:bodyPr/>
          <a:lstStyle>
            <a:lvl1pPr marL="0" indent="0" algn="ctr">
              <a:buNone/>
              <a:defRPr lang="en-AU" dirty="0">
                <a:solidFill>
                  <a:schemeClr val="accent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dirty="0"/>
          </a:p>
        </p:txBody>
      </p:sp>
      <p:sp>
        <p:nvSpPr>
          <p:cNvPr id="4" name="Text Placeholder 3"/>
          <p:cNvSpPr>
            <a:spLocks noGrp="1"/>
          </p:cNvSpPr>
          <p:nvPr>
            <p:ph type="body" sz="half" idx="2"/>
          </p:nvPr>
        </p:nvSpPr>
        <p:spPr>
          <a:xfrm>
            <a:off x="527051" y="5589240"/>
            <a:ext cx="11184949" cy="43204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Footer Placeholder 1"/>
          <p:cNvSpPr>
            <a:spLocks noGrp="1"/>
          </p:cNvSpPr>
          <p:nvPr>
            <p:ph type="ftr" sz="quarter" idx="10"/>
          </p:nvPr>
        </p:nvSpPr>
        <p:spPr/>
        <p:txBody>
          <a:bodyPr/>
          <a:lstStyle/>
          <a:p>
            <a:r>
              <a:rPr lang="en-AU"/>
              <a:t>V[XX] Effective: [MM/YYYY] Review: [MM/YYYY]</a:t>
            </a:r>
            <a:endParaRPr lang="en-AU" dirty="0"/>
          </a:p>
        </p:txBody>
      </p:sp>
      <p:sp>
        <p:nvSpPr>
          <p:cNvPr id="5" name="Slide Number Placeholder 4"/>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itle 1">
            <a:extLst>
              <a:ext uri="{FF2B5EF4-FFF2-40B4-BE49-F238E27FC236}">
                <a16:creationId xmlns:a16="http://schemas.microsoft.com/office/drawing/2014/main" id="{08BECB5B-245A-E944-E0A5-5FF0F8286420}"/>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Tree>
    <p:extLst>
      <p:ext uri="{BB962C8B-B14F-4D97-AF65-F5344CB8AC3E}">
        <p14:creationId xmlns:p14="http://schemas.microsoft.com/office/powerpoint/2010/main" val="2982618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pt10: Content Page">
    <p:spTree>
      <p:nvGrpSpPr>
        <p:cNvPr id="1" name=""/>
        <p:cNvGrpSpPr/>
        <p:nvPr/>
      </p:nvGrpSpPr>
      <p:grpSpPr>
        <a:xfrm>
          <a:off x="0" y="0"/>
          <a:ext cx="0" cy="0"/>
          <a:chOff x="0" y="0"/>
          <a:chExt cx="0" cy="0"/>
        </a:xfrm>
      </p:grpSpPr>
      <p:sp>
        <p:nvSpPr>
          <p:cNvPr id="4" name="Footer Placeholder 3"/>
          <p:cNvSpPr>
            <a:spLocks noGrp="1"/>
          </p:cNvSpPr>
          <p:nvPr>
            <p:ph type="ftr" sz="quarter" idx="14"/>
          </p:nvPr>
        </p:nvSpPr>
        <p:spPr/>
        <p:txBody>
          <a:bodyPr/>
          <a:lstStyle/>
          <a:p>
            <a:r>
              <a:rPr lang="en-AU"/>
              <a:t>V[XX] Effective: [MM/YYYY] Review: [MM/YYYY]</a:t>
            </a:r>
            <a:endParaRPr lang="en-AU" dirty="0"/>
          </a:p>
        </p:txBody>
      </p:sp>
      <p:sp>
        <p:nvSpPr>
          <p:cNvPr id="5" name="Slide Number Placeholder 4"/>
          <p:cNvSpPr>
            <a:spLocks noGrp="1"/>
          </p:cNvSpPr>
          <p:nvPr>
            <p:ph type="sldNum" sz="quarter" idx="15"/>
          </p:nvPr>
        </p:nvSpPr>
        <p:spPr/>
        <p:txBody>
          <a:bodyPr/>
          <a:lstStyle/>
          <a:p>
            <a:fld id="{E917DE0E-AFB1-41FD-BC35-27DB61CA125F}" type="slidenum">
              <a:rPr lang="en-AU" smtClean="0"/>
              <a:pPr/>
              <a:t>‹#›</a:t>
            </a:fld>
            <a:endParaRPr lang="en-AU" dirty="0"/>
          </a:p>
        </p:txBody>
      </p:sp>
      <p:sp>
        <p:nvSpPr>
          <p:cNvPr id="6" name="Title 1">
            <a:extLst>
              <a:ext uri="{FF2B5EF4-FFF2-40B4-BE49-F238E27FC236}">
                <a16:creationId xmlns:a16="http://schemas.microsoft.com/office/drawing/2014/main" id="{3AC5D055-EF48-3473-6B85-C58593BE99DB}"/>
              </a:ext>
            </a:extLst>
          </p:cNvPr>
          <p:cNvSpPr>
            <a:spLocks noGrp="1"/>
          </p:cNvSpPr>
          <p:nvPr>
            <p:ph type="title"/>
          </p:nvPr>
        </p:nvSpPr>
        <p:spPr>
          <a:xfrm>
            <a:off x="527051" y="260648"/>
            <a:ext cx="11137568" cy="634082"/>
          </a:xfrm>
        </p:spPr>
        <p:txBody>
          <a:bodyPr>
            <a:normAutofit/>
          </a:bodyPr>
          <a:lstStyle>
            <a:lvl1pPr>
              <a:defRPr lang="en-AU" sz="2800" dirty="0">
                <a:solidFill>
                  <a:schemeClr val="tx2"/>
                </a:solidFill>
                <a:latin typeface="+mj-lt"/>
              </a:defRPr>
            </a:lvl1pPr>
          </a:lstStyle>
          <a:p>
            <a:r>
              <a:rPr lang="en-US" dirty="0"/>
              <a:t>Click to edit Master title style</a:t>
            </a:r>
            <a:endParaRPr lang="en-AU" dirty="0"/>
          </a:p>
        </p:txBody>
      </p:sp>
      <p:sp>
        <p:nvSpPr>
          <p:cNvPr id="8" name="Content Placeholder 2">
            <a:extLst>
              <a:ext uri="{FF2B5EF4-FFF2-40B4-BE49-F238E27FC236}">
                <a16:creationId xmlns:a16="http://schemas.microsoft.com/office/drawing/2014/main" id="{97C24610-FF33-573B-E7CB-88311EE6DFD7}"/>
              </a:ext>
            </a:extLst>
          </p:cNvPr>
          <p:cNvSpPr>
            <a:spLocks noGrp="1"/>
          </p:cNvSpPr>
          <p:nvPr>
            <p:ph idx="1"/>
          </p:nvPr>
        </p:nvSpPr>
        <p:spPr>
          <a:xfrm>
            <a:off x="527051" y="1196752"/>
            <a:ext cx="11137568" cy="2232248"/>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Content Placeholder 2">
            <a:extLst>
              <a:ext uri="{FF2B5EF4-FFF2-40B4-BE49-F238E27FC236}">
                <a16:creationId xmlns:a16="http://schemas.microsoft.com/office/drawing/2014/main" id="{EAFA0029-669B-640C-2598-BCAD713C3419}"/>
              </a:ext>
            </a:extLst>
          </p:cNvPr>
          <p:cNvSpPr>
            <a:spLocks noGrp="1"/>
          </p:cNvSpPr>
          <p:nvPr>
            <p:ph idx="16"/>
          </p:nvPr>
        </p:nvSpPr>
        <p:spPr>
          <a:xfrm>
            <a:off x="519329" y="3645024"/>
            <a:ext cx="11137568" cy="2448272"/>
          </a:xfrm>
        </p:spPr>
        <p:txBody>
          <a:bodyPr/>
          <a:lstStyle>
            <a:lvl1pPr>
              <a:spcBef>
                <a:spcPts val="600"/>
              </a:spcBef>
              <a:spcAft>
                <a:spcPts val="600"/>
              </a:spcAft>
              <a:defRPr lang="en-US" dirty="0" smtClean="0"/>
            </a:lvl1pPr>
            <a:lvl2pPr>
              <a:spcBef>
                <a:spcPts val="0"/>
              </a:spcBef>
              <a:spcAft>
                <a:spcPts val="300"/>
              </a:spcAft>
              <a:defRPr lang="en-US" dirty="0" smtClean="0"/>
            </a:lvl2pPr>
            <a:lvl3pPr>
              <a:spcBef>
                <a:spcPts val="0"/>
              </a:spcBef>
              <a:spcAft>
                <a:spcPts val="300"/>
              </a:spcAft>
              <a:defRPr lang="en-US" dirty="0" smtClean="0"/>
            </a:lvl3pPr>
            <a:lvl4pPr>
              <a:defRPr>
                <a:solidFill>
                  <a:schemeClr val="accent3"/>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7051" y="116632"/>
            <a:ext cx="11137568" cy="778098"/>
          </a:xfrm>
          <a:prstGeom prst="rect">
            <a:avLst/>
          </a:prstGeom>
        </p:spPr>
        <p:txBody>
          <a:bodyPr vert="horz" lIns="0" tIns="0" rIns="0" bIns="0" rtlCol="0" anchor="b">
            <a:normAutofit/>
          </a:bodyPr>
          <a:lstStyle/>
          <a:p>
            <a:r>
              <a:rPr lang="en-US"/>
              <a:t>Click to edit Master title style</a:t>
            </a:r>
            <a:endParaRPr lang="en-AU" dirty="0"/>
          </a:p>
        </p:txBody>
      </p:sp>
      <p:sp>
        <p:nvSpPr>
          <p:cNvPr id="3" name="Text Placeholder 2"/>
          <p:cNvSpPr>
            <a:spLocks noGrp="1"/>
          </p:cNvSpPr>
          <p:nvPr>
            <p:ph type="body" idx="1"/>
          </p:nvPr>
        </p:nvSpPr>
        <p:spPr>
          <a:xfrm>
            <a:off x="527051" y="1196752"/>
            <a:ext cx="11137568" cy="482453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4"/>
          <p:cNvSpPr>
            <a:spLocks noGrp="1"/>
          </p:cNvSpPr>
          <p:nvPr>
            <p:ph type="ftr" sz="quarter" idx="3"/>
          </p:nvPr>
        </p:nvSpPr>
        <p:spPr>
          <a:xfrm>
            <a:off x="527050" y="6308221"/>
            <a:ext cx="9505388" cy="216023"/>
          </a:xfrm>
          <a:prstGeom prst="rect">
            <a:avLst/>
          </a:prstGeom>
        </p:spPr>
        <p:txBody>
          <a:bodyPr vert="horz" lIns="0" tIns="0" rIns="0" bIns="0" rtlCol="0" anchor="ctr"/>
          <a:lstStyle>
            <a:lvl1pPr algn="l">
              <a:defRPr sz="700">
                <a:solidFill>
                  <a:srgbClr val="333333"/>
                </a:solidFill>
              </a:defRPr>
            </a:lvl1pPr>
          </a:lstStyle>
          <a:p>
            <a:r>
              <a:rPr lang="en-AU"/>
              <a:t>V[XX] Effective: [MM/YYYY] Review: [MM/YYYY]</a:t>
            </a:r>
            <a:endParaRPr lang="en-AU" dirty="0"/>
          </a:p>
        </p:txBody>
      </p:sp>
      <p:sp>
        <p:nvSpPr>
          <p:cNvPr id="7" name="Slide Number Placeholder 5"/>
          <p:cNvSpPr>
            <a:spLocks noGrp="1"/>
          </p:cNvSpPr>
          <p:nvPr>
            <p:ph type="sldNum" sz="quarter" idx="4"/>
          </p:nvPr>
        </p:nvSpPr>
        <p:spPr>
          <a:xfrm>
            <a:off x="11141578" y="6308220"/>
            <a:ext cx="523373" cy="217125"/>
          </a:xfrm>
          <a:prstGeom prst="rect">
            <a:avLst/>
          </a:prstGeom>
        </p:spPr>
        <p:txBody>
          <a:bodyPr vert="horz" lIns="0" tIns="0" rIns="0" bIns="0" rtlCol="0" anchor="ctr"/>
          <a:lstStyle>
            <a:lvl1pPr algn="r">
              <a:defRPr sz="700">
                <a:solidFill>
                  <a:srgbClr val="333333"/>
                </a:solidFill>
              </a:defRPr>
            </a:lvl1p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6" r:id="rId1"/>
    <p:sldLayoutId id="2147483768" r:id="rId2"/>
    <p:sldLayoutId id="2147483763" r:id="rId3"/>
    <p:sldLayoutId id="2147483769" r:id="rId4"/>
    <p:sldLayoutId id="2147483767" r:id="rId5"/>
    <p:sldLayoutId id="2147483650" r:id="rId6"/>
    <p:sldLayoutId id="2147483770" r:id="rId7"/>
    <p:sldLayoutId id="2147483773" r:id="rId8"/>
    <p:sldLayoutId id="2147483771" r:id="rId9"/>
    <p:sldLayoutId id="2147483777" r:id="rId10"/>
    <p:sldLayoutId id="2147483778" r:id="rId11"/>
    <p:sldLayoutId id="2147483779" r:id="rId12"/>
    <p:sldLayoutId id="2147483652" r:id="rId13"/>
    <p:sldLayoutId id="2147483761" r:id="rId14"/>
    <p:sldLayoutId id="2147483657" r:id="rId15"/>
    <p:sldLayoutId id="2147483775" r:id="rId16"/>
    <p:sldLayoutId id="2147483728" r:id="rId17"/>
    <p:sldLayoutId id="2147483762"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2000" b="0" kern="1200">
          <a:solidFill>
            <a:schemeClr val="accent1"/>
          </a:solidFill>
          <a:latin typeface="+mj-lt"/>
          <a:ea typeface="+mj-ea"/>
          <a:cs typeface="+mj-cs"/>
        </a:defRPr>
      </a:lvl1pPr>
    </p:titleStyle>
    <p:bodyStyle>
      <a:lvl1pPr marL="179388" indent="-179388" algn="l" defTabSz="914400" rtl="0" eaLnBrk="1" latinLnBrk="0" hangingPunct="1">
        <a:spcBef>
          <a:spcPts val="600"/>
        </a:spcBef>
        <a:spcAft>
          <a:spcPts val="600"/>
        </a:spcAft>
        <a:buClr>
          <a:schemeClr val="tx1"/>
        </a:buClr>
        <a:buFont typeface="Arial" pitchFamily="34" charset="0"/>
        <a:buChar char="•"/>
        <a:defRPr sz="1400" kern="1200">
          <a:solidFill>
            <a:schemeClr val="tx1"/>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8.xml"/><Relationship Id="rId4" Type="http://schemas.openxmlformats.org/officeDocument/2006/relationships/hyperlink" Target="https://support.microsoft.com/en-au/office/add-rearrange-duplicate-and-delete-slides-in-powerpoint-e35a232d-3fd0-4ee1-abee-d7d4d6da92fc"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AU"/>
              <a:t>V[XX] Effective: [MM/YYYY] Review: [MM/YYYY]</a:t>
            </a:r>
            <a:endParaRPr lang="en-AU" dirty="0"/>
          </a:p>
        </p:txBody>
      </p:sp>
      <p:sp>
        <p:nvSpPr>
          <p:cNvPr id="5" name="Slide Number Placeholder 4"/>
          <p:cNvSpPr>
            <a:spLocks noGrp="1"/>
          </p:cNvSpPr>
          <p:nvPr>
            <p:ph type="sldNum" sz="quarter" idx="11"/>
          </p:nvPr>
        </p:nvSpPr>
        <p:spPr/>
        <p:txBody>
          <a:bodyPr/>
          <a:lstStyle/>
          <a:p>
            <a:fld id="{E917DE0E-AFB1-41FD-BC35-27DB61CA125F}" type="slidenum">
              <a:rPr lang="en-AU" smtClean="0"/>
              <a:pPr/>
              <a:t>1</a:t>
            </a:fld>
            <a:endParaRPr lang="en-AU" dirty="0"/>
          </a:p>
        </p:txBody>
      </p:sp>
      <p:sp>
        <p:nvSpPr>
          <p:cNvPr id="2" name="Title 1"/>
          <p:cNvSpPr>
            <a:spLocks noGrp="1"/>
          </p:cNvSpPr>
          <p:nvPr>
            <p:ph type="title"/>
          </p:nvPr>
        </p:nvSpPr>
        <p:spPr/>
        <p:txBody>
          <a:bodyPr/>
          <a:lstStyle/>
          <a:p>
            <a:r>
              <a:rPr lang="en-AU" dirty="0"/>
              <a:t>How to use this template</a:t>
            </a:r>
          </a:p>
        </p:txBody>
      </p:sp>
      <p:sp>
        <p:nvSpPr>
          <p:cNvPr id="6" name="Content Placeholder 6">
            <a:extLst>
              <a:ext uri="{FF2B5EF4-FFF2-40B4-BE49-F238E27FC236}">
                <a16:creationId xmlns:a16="http://schemas.microsoft.com/office/drawing/2014/main" id="{818D59C9-0EFE-8DDB-5B2B-F599A9CD0B07}"/>
              </a:ext>
            </a:extLst>
          </p:cNvPr>
          <p:cNvSpPr txBox="1">
            <a:spLocks/>
          </p:cNvSpPr>
          <p:nvPr/>
        </p:nvSpPr>
        <p:spPr>
          <a:xfrm>
            <a:off x="4571379" y="1196752"/>
            <a:ext cx="3108797" cy="2232248"/>
          </a:xfrm>
          <a:prstGeom prst="rect">
            <a:avLst/>
          </a:prstGeom>
        </p:spPr>
        <p:txBody>
          <a:bodyPr vert="horz" lIns="0" tIns="0" rIns="0" bIns="0" rtlCol="0">
            <a:normAutofit/>
          </a:bodyPr>
          <a:lstStyle>
            <a:lvl1pPr marL="179388" indent="-179388" algn="l" defTabSz="914400" rtl="0" eaLnBrk="1" latinLnBrk="0" hangingPunct="1">
              <a:spcBef>
                <a:spcPts val="600"/>
              </a:spcBef>
              <a:spcAft>
                <a:spcPts val="600"/>
              </a:spcAft>
              <a:buClr>
                <a:schemeClr val="tx1"/>
              </a:buClr>
              <a:buFont typeface="Arial" pitchFamily="34" charset="0"/>
              <a:buChar char="•"/>
              <a:defRPr lang="en-US" sz="1400" kern="1200" dirty="0" smtClean="0">
                <a:solidFill>
                  <a:schemeClr val="tx1"/>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lang="en-US" sz="1400" kern="1200" dirty="0" smtClean="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lang="en-US" sz="1400" kern="1200" dirty="0" smtClean="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3"/>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AU" sz="1600" b="1" dirty="0">
                <a:solidFill>
                  <a:schemeClr val="accent3"/>
                </a:solidFill>
                <a:latin typeface="+mj-lt"/>
              </a:rPr>
              <a:t>Add additional slides</a:t>
            </a:r>
          </a:p>
          <a:p>
            <a:pPr marL="342900" indent="-342900" algn="l">
              <a:buFont typeface="+mj-lt"/>
              <a:buAutoNum type="arabicPeriod"/>
            </a:pPr>
            <a:r>
              <a:rPr lang="en-AU" b="0" i="0" dirty="0">
                <a:solidFill>
                  <a:srgbClr val="1E1E1E"/>
                </a:solidFill>
                <a:effectLst/>
              </a:rPr>
              <a:t>Select the slide you want your new slide to follow</a:t>
            </a:r>
          </a:p>
          <a:p>
            <a:pPr marL="342900" indent="-342900" algn="l">
              <a:buFont typeface="+mj-lt"/>
              <a:buAutoNum type="arabicPeriod"/>
            </a:pPr>
            <a:r>
              <a:rPr lang="en-AU" b="0" i="0" dirty="0">
                <a:solidFill>
                  <a:srgbClr val="1E1E1E"/>
                </a:solidFill>
                <a:effectLst/>
              </a:rPr>
              <a:t>Select </a:t>
            </a:r>
            <a:r>
              <a:rPr lang="en-AU" b="1" i="0" dirty="0">
                <a:solidFill>
                  <a:srgbClr val="1E1E1E"/>
                </a:solidFill>
                <a:effectLst/>
              </a:rPr>
              <a:t>Home </a:t>
            </a:r>
            <a:r>
              <a:rPr lang="en-AU" i="0" dirty="0">
                <a:solidFill>
                  <a:srgbClr val="1E1E1E"/>
                </a:solidFill>
                <a:effectLst/>
              </a:rPr>
              <a:t>tab</a:t>
            </a:r>
            <a:r>
              <a:rPr lang="en-AU" b="0" i="0" dirty="0">
                <a:solidFill>
                  <a:srgbClr val="1E1E1E"/>
                </a:solidFill>
                <a:effectLst/>
              </a:rPr>
              <a:t> </a:t>
            </a:r>
          </a:p>
          <a:p>
            <a:pPr marL="342900" indent="-342900" algn="l">
              <a:buFont typeface="+mj-lt"/>
              <a:buAutoNum type="arabicPeriod"/>
            </a:pPr>
            <a:r>
              <a:rPr lang="en-AU" b="0" i="0" dirty="0">
                <a:solidFill>
                  <a:srgbClr val="1E1E1E"/>
                </a:solidFill>
                <a:effectLst/>
              </a:rPr>
              <a:t>Select </a:t>
            </a:r>
            <a:r>
              <a:rPr lang="en-AU" b="1" i="0" dirty="0">
                <a:solidFill>
                  <a:srgbClr val="1E1E1E"/>
                </a:solidFill>
                <a:effectLst/>
              </a:rPr>
              <a:t>New Slide</a:t>
            </a:r>
            <a:endParaRPr lang="en-AU" b="0" i="0" dirty="0">
              <a:solidFill>
                <a:srgbClr val="1E1E1E"/>
              </a:solidFill>
              <a:effectLst/>
            </a:endParaRPr>
          </a:p>
          <a:p>
            <a:pPr marL="342900" indent="-342900" algn="l">
              <a:buFont typeface="+mj-lt"/>
              <a:buAutoNum type="arabicPeriod"/>
            </a:pPr>
            <a:r>
              <a:rPr lang="en-AU" b="0" i="0" dirty="0">
                <a:solidFill>
                  <a:srgbClr val="1E1E1E"/>
                </a:solidFill>
                <a:effectLst/>
              </a:rPr>
              <a:t>Select a layout</a:t>
            </a:r>
          </a:p>
          <a:p>
            <a:pPr marL="0" indent="0">
              <a:buNone/>
            </a:pPr>
            <a:endParaRPr lang="en-AU" dirty="0"/>
          </a:p>
          <a:p>
            <a:endParaRPr lang="en-AU" dirty="0"/>
          </a:p>
          <a:p>
            <a:endParaRPr lang="en-AU" dirty="0"/>
          </a:p>
          <a:p>
            <a:endParaRPr lang="en-AU" dirty="0"/>
          </a:p>
          <a:p>
            <a:endParaRPr lang="en-AU" dirty="0"/>
          </a:p>
          <a:p>
            <a:pPr>
              <a:buFont typeface="Arial" pitchFamily="34" charset="0"/>
              <a:buNone/>
            </a:pPr>
            <a:endParaRPr lang="en-AU" dirty="0"/>
          </a:p>
          <a:p>
            <a:pPr marL="0" indent="0">
              <a:buNone/>
            </a:pPr>
            <a:endParaRPr lang="en-AU" dirty="0"/>
          </a:p>
        </p:txBody>
      </p:sp>
      <p:sp>
        <p:nvSpPr>
          <p:cNvPr id="34" name="Content Placeholder 6">
            <a:extLst>
              <a:ext uri="{FF2B5EF4-FFF2-40B4-BE49-F238E27FC236}">
                <a16:creationId xmlns:a16="http://schemas.microsoft.com/office/drawing/2014/main" id="{8C418B9B-8AF2-9AC6-EF95-A52D603DFCF7}"/>
              </a:ext>
            </a:extLst>
          </p:cNvPr>
          <p:cNvSpPr txBox="1">
            <a:spLocks/>
          </p:cNvSpPr>
          <p:nvPr/>
        </p:nvSpPr>
        <p:spPr>
          <a:xfrm>
            <a:off x="538931" y="1197670"/>
            <a:ext cx="3108797" cy="4652122"/>
          </a:xfrm>
          <a:prstGeom prst="rect">
            <a:avLst/>
          </a:prstGeom>
        </p:spPr>
        <p:txBody>
          <a:bodyPr vert="horz" lIns="0" tIns="0" rIns="0" bIns="0" rtlCol="0">
            <a:normAutofit/>
          </a:bodyPr>
          <a:lstStyle>
            <a:lvl1pPr marL="179388" indent="-179388" algn="l" defTabSz="914400" rtl="0" eaLnBrk="1" latinLnBrk="0" hangingPunct="1">
              <a:spcBef>
                <a:spcPts val="600"/>
              </a:spcBef>
              <a:spcAft>
                <a:spcPts val="600"/>
              </a:spcAft>
              <a:buClr>
                <a:schemeClr val="tx1"/>
              </a:buClr>
              <a:buFont typeface="Arial" pitchFamily="34" charset="0"/>
              <a:buChar char="•"/>
              <a:defRPr lang="en-US" sz="1400" kern="1200" dirty="0" smtClean="0">
                <a:solidFill>
                  <a:schemeClr val="tx1"/>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lang="en-US" sz="1400" kern="1200" dirty="0" smtClean="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lang="en-US" sz="1400" kern="1200" dirty="0" smtClean="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3"/>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AU" sz="1600" b="1" dirty="0">
                <a:solidFill>
                  <a:schemeClr val="accent3"/>
                </a:solidFill>
                <a:latin typeface="+mj-lt"/>
              </a:rPr>
              <a:t>Delete slides you don’t need</a:t>
            </a:r>
          </a:p>
          <a:p>
            <a:pPr algn="l">
              <a:buFont typeface="Arial" panose="020B0604020202020204" pitchFamily="34" charset="0"/>
              <a:buChar char="•"/>
            </a:pPr>
            <a:r>
              <a:rPr lang="en-AU" b="1" i="0" dirty="0">
                <a:solidFill>
                  <a:srgbClr val="1E1E1E"/>
                </a:solidFill>
                <a:effectLst/>
              </a:rPr>
              <a:t>For a single slide:</a:t>
            </a:r>
            <a:br>
              <a:rPr lang="en-AU" b="0" i="0" dirty="0">
                <a:solidFill>
                  <a:srgbClr val="1E1E1E"/>
                </a:solidFill>
                <a:effectLst/>
              </a:rPr>
            </a:br>
            <a:r>
              <a:rPr lang="en-AU" b="0" i="0" dirty="0">
                <a:solidFill>
                  <a:srgbClr val="1E1E1E"/>
                </a:solidFill>
                <a:effectLst/>
              </a:rPr>
              <a:t>Right-click the slide in the thumbnail pane on the left, then select </a:t>
            </a:r>
            <a:r>
              <a:rPr lang="en-AU" b="1" i="0" dirty="0">
                <a:solidFill>
                  <a:srgbClr val="1E1E1E"/>
                </a:solidFill>
                <a:effectLst/>
              </a:rPr>
              <a:t>Delete Slide</a:t>
            </a:r>
            <a:r>
              <a:rPr lang="en-AU" b="0" i="0" dirty="0">
                <a:solidFill>
                  <a:srgbClr val="1E1E1E"/>
                </a:solidFill>
                <a:effectLst/>
              </a:rPr>
              <a:t>.</a:t>
            </a:r>
          </a:p>
          <a:p>
            <a:pPr algn="l">
              <a:buFont typeface="Arial" panose="020B0604020202020204" pitchFamily="34" charset="0"/>
              <a:buChar char="•"/>
            </a:pPr>
            <a:r>
              <a:rPr lang="en-AU" b="1" i="0" dirty="0">
                <a:solidFill>
                  <a:srgbClr val="1E1E1E"/>
                </a:solidFill>
                <a:effectLst/>
              </a:rPr>
              <a:t>For multiple slides:</a:t>
            </a:r>
            <a:br>
              <a:rPr lang="en-AU" b="0" i="0" dirty="0">
                <a:solidFill>
                  <a:srgbClr val="1E1E1E"/>
                </a:solidFill>
                <a:effectLst/>
              </a:rPr>
            </a:br>
            <a:r>
              <a:rPr lang="en-AU" b="0" i="0" dirty="0">
                <a:solidFill>
                  <a:srgbClr val="1E1E1E"/>
                </a:solidFill>
                <a:effectLst/>
              </a:rPr>
              <a:t>Press and hold Ctrl, and in the thumbnail pane on the left, select the slides. Release the Ctrl key. Then right-click the selection and choose </a:t>
            </a:r>
            <a:r>
              <a:rPr lang="en-AU" b="1" i="0" dirty="0">
                <a:solidFill>
                  <a:srgbClr val="1E1E1E"/>
                </a:solidFill>
                <a:effectLst/>
              </a:rPr>
              <a:t>Delete Slide</a:t>
            </a:r>
            <a:r>
              <a:rPr lang="en-AU" b="0" i="0" dirty="0">
                <a:solidFill>
                  <a:srgbClr val="1E1E1E"/>
                </a:solidFill>
                <a:effectLst/>
              </a:rPr>
              <a:t>.</a:t>
            </a:r>
          </a:p>
          <a:p>
            <a:pPr algn="l">
              <a:buFont typeface="Arial" panose="020B0604020202020204" pitchFamily="34" charset="0"/>
              <a:buChar char="•"/>
            </a:pPr>
            <a:r>
              <a:rPr lang="en-AU" b="1" i="0" dirty="0">
                <a:solidFill>
                  <a:srgbClr val="1E1E1E"/>
                </a:solidFill>
                <a:effectLst/>
              </a:rPr>
              <a:t>For a sequence of slides:</a:t>
            </a:r>
            <a:br>
              <a:rPr lang="en-AU" b="0" i="0" dirty="0">
                <a:solidFill>
                  <a:srgbClr val="1E1E1E"/>
                </a:solidFill>
                <a:effectLst/>
              </a:rPr>
            </a:br>
            <a:r>
              <a:rPr lang="en-AU" b="0" i="0" dirty="0">
                <a:solidFill>
                  <a:srgbClr val="1E1E1E"/>
                </a:solidFill>
                <a:effectLst/>
              </a:rPr>
              <a:t>Press and hold Shift, and in the thumbnail pane on the left, select the first and last slides in the sequence. Release the Shift key. Then right-click the selection and choose </a:t>
            </a:r>
            <a:r>
              <a:rPr lang="en-AU" b="1" i="0" dirty="0">
                <a:solidFill>
                  <a:srgbClr val="1E1E1E"/>
                </a:solidFill>
                <a:effectLst/>
              </a:rPr>
              <a:t>Delete Slide</a:t>
            </a:r>
            <a:r>
              <a:rPr lang="en-AU" b="0" i="0" dirty="0">
                <a:solidFill>
                  <a:srgbClr val="1E1E1E"/>
                </a:solidFill>
                <a:effectLst/>
              </a:rPr>
              <a:t>.</a:t>
            </a:r>
            <a:endParaRPr lang="en-AU" dirty="0"/>
          </a:p>
          <a:p>
            <a:endParaRPr lang="en-AU" dirty="0"/>
          </a:p>
          <a:p>
            <a:endParaRPr lang="en-AU" dirty="0"/>
          </a:p>
          <a:p>
            <a:endParaRPr lang="en-AU" dirty="0"/>
          </a:p>
          <a:p>
            <a:endParaRPr lang="en-AU" dirty="0"/>
          </a:p>
          <a:p>
            <a:pPr>
              <a:buFont typeface="Arial" pitchFamily="34" charset="0"/>
              <a:buNone/>
            </a:pPr>
            <a:endParaRPr lang="en-AU" dirty="0"/>
          </a:p>
          <a:p>
            <a:pPr marL="0" indent="0">
              <a:buNone/>
            </a:pPr>
            <a:endParaRPr lang="en-AU" dirty="0"/>
          </a:p>
        </p:txBody>
      </p:sp>
      <p:sp>
        <p:nvSpPr>
          <p:cNvPr id="35" name="Content Placeholder 6">
            <a:extLst>
              <a:ext uri="{FF2B5EF4-FFF2-40B4-BE49-F238E27FC236}">
                <a16:creationId xmlns:a16="http://schemas.microsoft.com/office/drawing/2014/main" id="{301F862B-81BC-A593-134D-D4637127B261}"/>
              </a:ext>
            </a:extLst>
          </p:cNvPr>
          <p:cNvSpPr txBox="1">
            <a:spLocks/>
          </p:cNvSpPr>
          <p:nvPr/>
        </p:nvSpPr>
        <p:spPr>
          <a:xfrm>
            <a:off x="8400256" y="1196752"/>
            <a:ext cx="3108797" cy="4320480"/>
          </a:xfrm>
          <a:prstGeom prst="rect">
            <a:avLst/>
          </a:prstGeom>
        </p:spPr>
        <p:txBody>
          <a:bodyPr vert="horz" lIns="0" tIns="0" rIns="0" bIns="0" rtlCol="0">
            <a:normAutofit/>
          </a:bodyPr>
          <a:lstStyle>
            <a:lvl1pPr marL="179388" indent="-179388" algn="l" defTabSz="914400" rtl="0" eaLnBrk="1" latinLnBrk="0" hangingPunct="1">
              <a:spcBef>
                <a:spcPts val="600"/>
              </a:spcBef>
              <a:spcAft>
                <a:spcPts val="600"/>
              </a:spcAft>
              <a:buClr>
                <a:schemeClr val="tx1"/>
              </a:buClr>
              <a:buFont typeface="Arial" pitchFamily="34" charset="0"/>
              <a:buChar char="•"/>
              <a:defRPr lang="en-US" sz="1400" kern="1200" dirty="0" smtClean="0">
                <a:solidFill>
                  <a:schemeClr val="tx1"/>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lang="en-US" sz="1400" kern="1200" dirty="0" smtClean="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lang="en-US" sz="1400" kern="1200" dirty="0" smtClean="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3"/>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AU" sz="1600" b="1" dirty="0">
                <a:solidFill>
                  <a:schemeClr val="accent3"/>
                </a:solidFill>
                <a:latin typeface="+mj-lt"/>
              </a:rPr>
              <a:t>Modify footer or slide number</a:t>
            </a:r>
          </a:p>
          <a:p>
            <a:pPr marL="522287" lvl="1" indent="-342900">
              <a:buFont typeface="+mj-lt"/>
              <a:buAutoNum type="arabicPeriod"/>
            </a:pPr>
            <a:r>
              <a:rPr lang="en-AU" dirty="0"/>
              <a:t>Select </a:t>
            </a:r>
            <a:r>
              <a:rPr lang="en-AU" b="1" dirty="0"/>
              <a:t>Insert</a:t>
            </a:r>
            <a:r>
              <a:rPr lang="en-AU" dirty="0"/>
              <a:t> tab</a:t>
            </a:r>
          </a:p>
          <a:p>
            <a:pPr marL="522287" lvl="1" indent="-342900">
              <a:buFont typeface="+mj-lt"/>
              <a:buAutoNum type="arabicPeriod"/>
            </a:pPr>
            <a:r>
              <a:rPr lang="en-AU" dirty="0"/>
              <a:t>Select </a:t>
            </a:r>
            <a:r>
              <a:rPr lang="en-AU" b="1" dirty="0"/>
              <a:t>Header &amp; Footer</a:t>
            </a:r>
          </a:p>
          <a:p>
            <a:pPr marL="522287" lvl="1" indent="-342900">
              <a:buFont typeface="+mj-lt"/>
              <a:buAutoNum type="arabicPeriod"/>
            </a:pPr>
            <a:r>
              <a:rPr lang="en-AU" dirty="0"/>
              <a:t>Tick or untick the footer and/or page numbers checkboxes as required</a:t>
            </a:r>
          </a:p>
          <a:p>
            <a:pPr marL="522287" lvl="1" indent="-342900">
              <a:buFont typeface="+mj-lt"/>
              <a:buAutoNum type="arabicPeriod"/>
            </a:pPr>
            <a:r>
              <a:rPr lang="en-AU" dirty="0"/>
              <a:t>Type text in the footer section if required</a:t>
            </a:r>
          </a:p>
          <a:p>
            <a:pPr marL="522287" lvl="1" indent="-342900">
              <a:buFont typeface="+mj-lt"/>
              <a:buAutoNum type="arabicPeriod"/>
            </a:pPr>
            <a:r>
              <a:rPr lang="en-AU" dirty="0"/>
              <a:t>Select </a:t>
            </a:r>
            <a:r>
              <a:rPr lang="en-AU" b="1" dirty="0"/>
              <a:t>Apply to all</a:t>
            </a:r>
          </a:p>
          <a:p>
            <a:endParaRPr lang="en-AU" dirty="0"/>
          </a:p>
          <a:p>
            <a:endParaRPr lang="en-AU" dirty="0"/>
          </a:p>
          <a:p>
            <a:endParaRPr lang="en-AU" dirty="0"/>
          </a:p>
          <a:p>
            <a:endParaRPr lang="en-AU" dirty="0"/>
          </a:p>
          <a:p>
            <a:endParaRPr lang="en-AU" dirty="0"/>
          </a:p>
          <a:p>
            <a:pPr>
              <a:buFont typeface="Arial" pitchFamily="34" charset="0"/>
              <a:buNone/>
            </a:pPr>
            <a:endParaRPr lang="en-AU" dirty="0"/>
          </a:p>
          <a:p>
            <a:pPr marL="0" indent="0">
              <a:buNone/>
            </a:pPr>
            <a:endParaRPr lang="en-AU" dirty="0"/>
          </a:p>
        </p:txBody>
      </p:sp>
      <p:grpSp>
        <p:nvGrpSpPr>
          <p:cNvPr id="37" name="Group 36">
            <a:extLst>
              <a:ext uri="{FF2B5EF4-FFF2-40B4-BE49-F238E27FC236}">
                <a16:creationId xmlns:a16="http://schemas.microsoft.com/office/drawing/2014/main" id="{4B5F8570-72D7-8F73-C8D1-B9A80CF75968}"/>
              </a:ext>
            </a:extLst>
          </p:cNvPr>
          <p:cNvGrpSpPr/>
          <p:nvPr/>
        </p:nvGrpSpPr>
        <p:grpSpPr>
          <a:xfrm>
            <a:off x="8084514" y="3573016"/>
            <a:ext cx="3740279" cy="2407668"/>
            <a:chOff x="4799856" y="2588472"/>
            <a:chExt cx="5643900" cy="3174694"/>
          </a:xfrm>
        </p:grpSpPr>
        <p:pic>
          <p:nvPicPr>
            <p:cNvPr id="38" name="Picture 37">
              <a:extLst>
                <a:ext uri="{FF2B5EF4-FFF2-40B4-BE49-F238E27FC236}">
                  <a16:creationId xmlns:a16="http://schemas.microsoft.com/office/drawing/2014/main" id="{08212AED-470E-4DA1-E76E-55D50FF81CA0}"/>
                </a:ext>
              </a:extLst>
            </p:cNvPr>
            <p:cNvPicPr>
              <a:picLocks noChangeAspect="1"/>
            </p:cNvPicPr>
            <p:nvPr/>
          </p:nvPicPr>
          <p:blipFill>
            <a:blip r:embed="rId2"/>
            <a:srcRect/>
            <a:stretch/>
          </p:blipFill>
          <p:spPr>
            <a:xfrm>
              <a:off x="4799856" y="2588472"/>
              <a:ext cx="5643900" cy="3174694"/>
            </a:xfrm>
            <a:prstGeom prst="rect">
              <a:avLst/>
            </a:prstGeom>
            <a:ln>
              <a:solidFill>
                <a:schemeClr val="bg1">
                  <a:lumMod val="75000"/>
                </a:schemeClr>
              </a:solidFill>
            </a:ln>
          </p:spPr>
        </p:pic>
        <p:sp>
          <p:nvSpPr>
            <p:cNvPr id="39" name="Rounded Rectangle 7">
              <a:extLst>
                <a:ext uri="{FF2B5EF4-FFF2-40B4-BE49-F238E27FC236}">
                  <a16:creationId xmlns:a16="http://schemas.microsoft.com/office/drawing/2014/main" id="{2A8F1A24-97F4-1039-C5D4-08145E36DF8F}"/>
                </a:ext>
              </a:extLst>
            </p:cNvPr>
            <p:cNvSpPr/>
            <p:nvPr/>
          </p:nvSpPr>
          <p:spPr>
            <a:xfrm>
              <a:off x="4871864" y="5229200"/>
              <a:ext cx="1026080" cy="3151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Rounded Rectangle 7">
              <a:extLst>
                <a:ext uri="{FF2B5EF4-FFF2-40B4-BE49-F238E27FC236}">
                  <a16:creationId xmlns:a16="http://schemas.microsoft.com/office/drawing/2014/main" id="{AF9AB599-2B5A-3956-A574-7242A267BFD0}"/>
                </a:ext>
              </a:extLst>
            </p:cNvPr>
            <p:cNvSpPr/>
            <p:nvPr/>
          </p:nvSpPr>
          <p:spPr>
            <a:xfrm>
              <a:off x="10032438" y="5229199"/>
              <a:ext cx="257994" cy="3151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41" name="Group 40">
            <a:extLst>
              <a:ext uri="{FF2B5EF4-FFF2-40B4-BE49-F238E27FC236}">
                <a16:creationId xmlns:a16="http://schemas.microsoft.com/office/drawing/2014/main" id="{1236EA28-A085-82C6-D1B3-1E4A34AE9D21}"/>
              </a:ext>
            </a:extLst>
          </p:cNvPr>
          <p:cNvGrpSpPr/>
          <p:nvPr/>
        </p:nvGrpSpPr>
        <p:grpSpPr>
          <a:xfrm>
            <a:off x="4214075" y="3429000"/>
            <a:ext cx="3668270" cy="633320"/>
            <a:chOff x="4292084" y="1060482"/>
            <a:chExt cx="5485064" cy="934787"/>
          </a:xfrm>
        </p:grpSpPr>
        <p:pic>
          <p:nvPicPr>
            <p:cNvPr id="42" name="Picture 2">
              <a:extLst>
                <a:ext uri="{FF2B5EF4-FFF2-40B4-BE49-F238E27FC236}">
                  <a16:creationId xmlns:a16="http://schemas.microsoft.com/office/drawing/2014/main" id="{EABFD1CA-B757-90B4-28E9-198F9DCCAE8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765"/>
            <a:stretch/>
          </p:blipFill>
          <p:spPr bwMode="auto">
            <a:xfrm>
              <a:off x="4292084" y="1060482"/>
              <a:ext cx="5485064" cy="92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Oval 42">
              <a:extLst>
                <a:ext uri="{FF2B5EF4-FFF2-40B4-BE49-F238E27FC236}">
                  <a16:creationId xmlns:a16="http://schemas.microsoft.com/office/drawing/2014/main" id="{A7389C46-9EE3-B858-6314-D7286A5D4A09}"/>
                </a:ext>
              </a:extLst>
            </p:cNvPr>
            <p:cNvSpPr/>
            <p:nvPr/>
          </p:nvSpPr>
          <p:spPr>
            <a:xfrm>
              <a:off x="5491001" y="1280889"/>
              <a:ext cx="648072" cy="7143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4" name="Text Placeholder 6">
            <a:extLst>
              <a:ext uri="{FF2B5EF4-FFF2-40B4-BE49-F238E27FC236}">
                <a16:creationId xmlns:a16="http://schemas.microsoft.com/office/drawing/2014/main" id="{179CF1DF-C51F-8FFB-E17D-C5247A65D2E5}"/>
              </a:ext>
            </a:extLst>
          </p:cNvPr>
          <p:cNvSpPr txBox="1">
            <a:spLocks/>
          </p:cNvSpPr>
          <p:nvPr/>
        </p:nvSpPr>
        <p:spPr>
          <a:xfrm>
            <a:off x="3440880" y="5849791"/>
            <a:ext cx="5261942" cy="390153"/>
          </a:xfrm>
          <a:prstGeom prst="rect">
            <a:avLst/>
          </a:prstGeom>
        </p:spPr>
        <p:txBody>
          <a:bodyPr>
            <a:normAutofit/>
          </a:bodyPr>
          <a:lstStyle>
            <a:lvl1pPr marL="0" indent="0" algn="ctr" defTabSz="914400" rtl="0" eaLnBrk="1" latinLnBrk="0" hangingPunct="1">
              <a:spcBef>
                <a:spcPts val="600"/>
              </a:spcBef>
              <a:spcAft>
                <a:spcPts val="600"/>
              </a:spcAft>
              <a:buClr>
                <a:schemeClr val="tx1"/>
              </a:buClr>
              <a:buFont typeface="Arial" pitchFamily="34" charset="0"/>
              <a:buNone/>
              <a:defRPr sz="1600" i="1" kern="1200">
                <a:solidFill>
                  <a:schemeClr val="tx1">
                    <a:lumMod val="50000"/>
                    <a:lumOff val="50000"/>
                  </a:schemeClr>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To learn more </a:t>
            </a:r>
            <a:r>
              <a:rPr lang="en-AU" dirty="0">
                <a:solidFill>
                  <a:schemeClr val="accent3"/>
                </a:solidFill>
                <a:hlinkClick r:id="rId4">
                  <a:extLst>
                    <a:ext uri="{A12FA001-AC4F-418D-AE19-62706E023703}">
                      <ahyp:hlinkClr xmlns:ahyp="http://schemas.microsoft.com/office/drawing/2018/hyperlinkcolor" val="tx"/>
                    </a:ext>
                  </a:extLst>
                </a:hlinkClick>
              </a:rPr>
              <a:t>click here</a:t>
            </a:r>
            <a:endParaRPr lang="en-AU" dirty="0">
              <a:solidFill>
                <a:schemeClr val="accent3"/>
              </a:solidFill>
            </a:endParaRPr>
          </a:p>
        </p:txBody>
      </p:sp>
    </p:spTree>
    <p:extLst>
      <p:ext uri="{BB962C8B-B14F-4D97-AF65-F5344CB8AC3E}">
        <p14:creationId xmlns:p14="http://schemas.microsoft.com/office/powerpoint/2010/main" val="2516766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AU" dirty="0"/>
              <a:t>Available slide layouts</a:t>
            </a:r>
          </a:p>
        </p:txBody>
      </p:sp>
      <p:sp>
        <p:nvSpPr>
          <p:cNvPr id="9" name="Content Placeholder 8"/>
          <p:cNvSpPr>
            <a:spLocks noGrp="1"/>
          </p:cNvSpPr>
          <p:nvPr>
            <p:ph idx="1"/>
          </p:nvPr>
        </p:nvSpPr>
        <p:spPr>
          <a:xfrm>
            <a:off x="527051" y="1196752"/>
            <a:ext cx="11137568" cy="4104625"/>
          </a:xfrm>
        </p:spPr>
        <p:txBody>
          <a:bodyPr/>
          <a:lstStyle/>
          <a:p>
            <a:r>
              <a:rPr lang="en-AU" dirty="0"/>
              <a:t>Choose a </a:t>
            </a:r>
            <a:r>
              <a:rPr lang="en-AU" b="1" dirty="0"/>
              <a:t>title </a:t>
            </a:r>
            <a:r>
              <a:rPr lang="en-AU" dirty="0"/>
              <a:t>slide from one of the 4 master layout slides</a:t>
            </a:r>
            <a:r>
              <a:rPr lang="en-AU" b="1" dirty="0"/>
              <a:t> </a:t>
            </a:r>
            <a:r>
              <a:rPr lang="en-AU" dirty="0"/>
              <a:t>(hide or delete any slides you don’t want)</a:t>
            </a:r>
          </a:p>
          <a:p>
            <a:endParaRPr lang="en-AU" dirty="0"/>
          </a:p>
          <a:p>
            <a:endParaRPr lang="en-AU" dirty="0"/>
          </a:p>
          <a:p>
            <a:endParaRPr lang="en-AU" dirty="0"/>
          </a:p>
          <a:p>
            <a:endParaRPr lang="en-AU" dirty="0"/>
          </a:p>
          <a:p>
            <a:endParaRPr lang="en-AU" dirty="0"/>
          </a:p>
          <a:p>
            <a:pPr marL="0" indent="0">
              <a:buNone/>
            </a:pPr>
            <a:endParaRPr lang="en-AU" dirty="0"/>
          </a:p>
          <a:p>
            <a:r>
              <a:rPr lang="en-AU" dirty="0"/>
              <a:t>Choose </a:t>
            </a:r>
            <a:r>
              <a:rPr lang="en-AU" b="1" dirty="0"/>
              <a:t>content</a:t>
            </a:r>
            <a:r>
              <a:rPr lang="en-AU" dirty="0"/>
              <a:t> slides (hide or delete any slides you don’t want)</a:t>
            </a:r>
          </a:p>
          <a:p>
            <a:pPr lvl="1"/>
            <a:r>
              <a:rPr lang="en-AU" dirty="0"/>
              <a:t>Pre-designed slides include </a:t>
            </a:r>
            <a:r>
              <a:rPr lang="en-AU" i="1" dirty="0"/>
              <a:t>Acknowledgement of Traditional Owners </a:t>
            </a:r>
            <a:r>
              <a:rPr lang="en-AU" dirty="0"/>
              <a:t>and </a:t>
            </a:r>
            <a:r>
              <a:rPr lang="en-AU" i="1" dirty="0"/>
              <a:t>CHHHS Values</a:t>
            </a:r>
            <a:endParaRPr lang="en-AU" dirty="0"/>
          </a:p>
        </p:txBody>
      </p:sp>
      <p:sp>
        <p:nvSpPr>
          <p:cNvPr id="4" name="Slide Number Placeholder 3"/>
          <p:cNvSpPr>
            <a:spLocks noGrp="1"/>
          </p:cNvSpPr>
          <p:nvPr>
            <p:ph type="sldNum" sz="quarter" idx="11"/>
          </p:nvPr>
        </p:nvSpPr>
        <p:spPr/>
        <p:txBody>
          <a:bodyPr/>
          <a:lstStyle/>
          <a:p>
            <a:fld id="{E917DE0E-AFB1-41FD-BC35-27DB61CA125F}" type="slidenum">
              <a:rPr lang="en-AU" smtClean="0"/>
              <a:pPr/>
              <a:t>2</a:t>
            </a:fld>
            <a:endParaRPr lang="en-AU" dirty="0"/>
          </a:p>
        </p:txBody>
      </p:sp>
      <p:pic>
        <p:nvPicPr>
          <p:cNvPr id="8" name="Picture 7">
            <a:extLst>
              <a:ext uri="{FF2B5EF4-FFF2-40B4-BE49-F238E27FC236}">
                <a16:creationId xmlns:a16="http://schemas.microsoft.com/office/drawing/2014/main" id="{234E3977-DB9B-1B48-8973-A2CE66673412}"/>
              </a:ext>
            </a:extLst>
          </p:cNvPr>
          <p:cNvPicPr>
            <a:picLocks noChangeAspect="1"/>
          </p:cNvPicPr>
          <p:nvPr/>
        </p:nvPicPr>
        <p:blipFill>
          <a:blip r:embed="rId2"/>
          <a:srcRect/>
          <a:stretch/>
        </p:blipFill>
        <p:spPr>
          <a:xfrm>
            <a:off x="556156" y="1484784"/>
            <a:ext cx="2723187" cy="1531792"/>
          </a:xfrm>
          <a:prstGeom prst="rect">
            <a:avLst/>
          </a:prstGeom>
          <a:ln>
            <a:solidFill>
              <a:schemeClr val="bg1">
                <a:lumMod val="75000"/>
              </a:schemeClr>
            </a:solidFill>
          </a:ln>
        </p:spPr>
      </p:pic>
      <p:sp>
        <p:nvSpPr>
          <p:cNvPr id="11" name="Rectangle 10">
            <a:extLst>
              <a:ext uri="{FF2B5EF4-FFF2-40B4-BE49-F238E27FC236}">
                <a16:creationId xmlns:a16="http://schemas.microsoft.com/office/drawing/2014/main" id="{2B640156-8537-726A-7FDD-B29A45F903E6}"/>
              </a:ext>
            </a:extLst>
          </p:cNvPr>
          <p:cNvSpPr/>
          <p:nvPr/>
        </p:nvSpPr>
        <p:spPr>
          <a:xfrm>
            <a:off x="491462" y="5949280"/>
            <a:ext cx="4854636" cy="261610"/>
          </a:xfrm>
          <a:prstGeom prst="rect">
            <a:avLst/>
          </a:prstGeom>
        </p:spPr>
        <p:txBody>
          <a:bodyPr wrap="square">
            <a:spAutoFit/>
          </a:bodyPr>
          <a:lstStyle/>
          <a:p>
            <a:r>
              <a:rPr lang="en-AU" sz="1100" dirty="0"/>
              <a:t>Sample content slide – many more layout options to choose from</a:t>
            </a:r>
            <a:endParaRPr lang="en-US" sz="1100" dirty="0"/>
          </a:p>
        </p:txBody>
      </p:sp>
      <p:pic>
        <p:nvPicPr>
          <p:cNvPr id="14" name="Picture 13">
            <a:extLst>
              <a:ext uri="{FF2B5EF4-FFF2-40B4-BE49-F238E27FC236}">
                <a16:creationId xmlns:a16="http://schemas.microsoft.com/office/drawing/2014/main" id="{BB2F6CF2-262B-12F1-FDF6-2D7743E57EB3}"/>
              </a:ext>
            </a:extLst>
          </p:cNvPr>
          <p:cNvPicPr>
            <a:picLocks noChangeAspect="1"/>
          </p:cNvPicPr>
          <p:nvPr/>
        </p:nvPicPr>
        <p:blipFill>
          <a:blip r:embed="rId3"/>
          <a:srcRect/>
          <a:stretch/>
        </p:blipFill>
        <p:spPr>
          <a:xfrm>
            <a:off x="520333" y="4365104"/>
            <a:ext cx="2723186" cy="1531792"/>
          </a:xfrm>
          <a:prstGeom prst="rect">
            <a:avLst/>
          </a:prstGeom>
          <a:ln>
            <a:solidFill>
              <a:schemeClr val="bg1">
                <a:lumMod val="75000"/>
              </a:schemeClr>
            </a:solidFill>
          </a:ln>
        </p:spPr>
      </p:pic>
      <p:sp>
        <p:nvSpPr>
          <p:cNvPr id="3" name="Rectangle 2">
            <a:extLst>
              <a:ext uri="{FF2B5EF4-FFF2-40B4-BE49-F238E27FC236}">
                <a16:creationId xmlns:a16="http://schemas.microsoft.com/office/drawing/2014/main" id="{082029B0-FB30-B60C-5935-990824298AF4}"/>
              </a:ext>
            </a:extLst>
          </p:cNvPr>
          <p:cNvSpPr/>
          <p:nvPr/>
        </p:nvSpPr>
        <p:spPr>
          <a:xfrm>
            <a:off x="3570574" y="4701213"/>
            <a:ext cx="1623424" cy="600164"/>
          </a:xfrm>
          <a:prstGeom prst="rect">
            <a:avLst/>
          </a:prstGeom>
        </p:spPr>
        <p:txBody>
          <a:bodyPr wrap="square">
            <a:spAutoFit/>
          </a:bodyPr>
          <a:lstStyle/>
          <a:p>
            <a:r>
              <a:rPr lang="en-AU" sz="1100" i="1" dirty="0"/>
              <a:t>On selected slides you can move the diagonal white lines</a:t>
            </a:r>
            <a:endParaRPr lang="en-US" sz="1100" i="1" dirty="0"/>
          </a:p>
        </p:txBody>
      </p:sp>
      <p:cxnSp>
        <p:nvCxnSpPr>
          <p:cNvPr id="19" name="Straight Arrow Connector 18">
            <a:extLst>
              <a:ext uri="{FF2B5EF4-FFF2-40B4-BE49-F238E27FC236}">
                <a16:creationId xmlns:a16="http://schemas.microsoft.com/office/drawing/2014/main" id="{AD68C2EE-6024-9479-7D70-678431BE685C}"/>
              </a:ext>
            </a:extLst>
          </p:cNvPr>
          <p:cNvCxnSpPr>
            <a:stCxn id="3" idx="1"/>
          </p:cNvCxnSpPr>
          <p:nvPr/>
        </p:nvCxnSpPr>
        <p:spPr>
          <a:xfrm flipH="1">
            <a:off x="2516612" y="5001295"/>
            <a:ext cx="1053962" cy="7121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337E8F59-9E63-C43E-4A44-4A94C8CF1DEE}"/>
              </a:ext>
            </a:extLst>
          </p:cNvPr>
          <p:cNvSpPr/>
          <p:nvPr/>
        </p:nvSpPr>
        <p:spPr>
          <a:xfrm>
            <a:off x="479376" y="3085341"/>
            <a:ext cx="4854636" cy="261610"/>
          </a:xfrm>
          <a:prstGeom prst="rect">
            <a:avLst/>
          </a:prstGeom>
        </p:spPr>
        <p:txBody>
          <a:bodyPr wrap="square">
            <a:spAutoFit/>
          </a:bodyPr>
          <a:lstStyle/>
          <a:p>
            <a:r>
              <a:rPr lang="en-AU" sz="1100" dirty="0"/>
              <a:t>Sample title slide – more layout options to choose from</a:t>
            </a:r>
            <a:endParaRPr lang="en-US" sz="1100" dirty="0"/>
          </a:p>
        </p:txBody>
      </p:sp>
    </p:spTree>
    <p:extLst>
      <p:ext uri="{BB962C8B-B14F-4D97-AF65-F5344CB8AC3E}">
        <p14:creationId xmlns:p14="http://schemas.microsoft.com/office/powerpoint/2010/main" val="45971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A67CC-CF5A-CEC7-0DE8-90B10AC782C4}"/>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5B335A0D-5B83-7F29-E567-5E528BF5CD0D}"/>
              </a:ext>
            </a:extLst>
          </p:cNvPr>
          <p:cNvSpPr>
            <a:spLocks noGrp="1"/>
          </p:cNvSpPr>
          <p:nvPr>
            <p:ph type="body" sz="quarter" idx="10"/>
          </p:nvPr>
        </p:nvSpPr>
        <p:spPr/>
        <p:txBody>
          <a:bodyPr/>
          <a:lstStyle/>
          <a:p>
            <a:endParaRPr lang="en-AU"/>
          </a:p>
        </p:txBody>
      </p:sp>
      <p:sp>
        <p:nvSpPr>
          <p:cNvPr id="4" name="Text Placeholder 3">
            <a:extLst>
              <a:ext uri="{FF2B5EF4-FFF2-40B4-BE49-F238E27FC236}">
                <a16:creationId xmlns:a16="http://schemas.microsoft.com/office/drawing/2014/main" id="{79D4C944-BFDC-49E6-2FE5-324794BA78D9}"/>
              </a:ext>
            </a:extLst>
          </p:cNvPr>
          <p:cNvSpPr>
            <a:spLocks noGrp="1"/>
          </p:cNvSpPr>
          <p:nvPr>
            <p:ph type="body" sz="quarter" idx="11"/>
          </p:nvPr>
        </p:nvSpPr>
        <p:spPr/>
        <p:txBody>
          <a:bodyPr/>
          <a:lstStyle/>
          <a:p>
            <a:endParaRPr lang="en-AU"/>
          </a:p>
        </p:txBody>
      </p:sp>
      <p:sp>
        <p:nvSpPr>
          <p:cNvPr id="5" name="Footer Placeholder 4">
            <a:extLst>
              <a:ext uri="{FF2B5EF4-FFF2-40B4-BE49-F238E27FC236}">
                <a16:creationId xmlns:a16="http://schemas.microsoft.com/office/drawing/2014/main" id="{BA915DDD-035C-E249-8E4A-641C54B9979A}"/>
              </a:ext>
            </a:extLst>
          </p:cNvPr>
          <p:cNvSpPr>
            <a:spLocks noGrp="1"/>
          </p:cNvSpPr>
          <p:nvPr>
            <p:ph type="ftr" sz="quarter" idx="12"/>
          </p:nvPr>
        </p:nvSpPr>
        <p:spPr/>
        <p:txBody>
          <a:bodyPr/>
          <a:lstStyle/>
          <a:p>
            <a:r>
              <a:rPr lang="en-AU"/>
              <a:t>V[XX] Effective: [MM/YYYY] Review: [MM/YYYY]</a:t>
            </a:r>
            <a:endParaRPr lang="en-AU" dirty="0"/>
          </a:p>
        </p:txBody>
      </p:sp>
    </p:spTree>
    <p:extLst>
      <p:ext uri="{BB962C8B-B14F-4D97-AF65-F5344CB8AC3E}">
        <p14:creationId xmlns:p14="http://schemas.microsoft.com/office/powerpoint/2010/main" val="752359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59B734-315B-6429-799E-B71A7CDAC488}"/>
              </a:ext>
            </a:extLst>
          </p:cNvPr>
          <p:cNvSpPr>
            <a:spLocks noGrp="1"/>
          </p:cNvSpPr>
          <p:nvPr>
            <p:ph type="title"/>
          </p:nvPr>
        </p:nvSpPr>
        <p:spPr/>
        <p:txBody>
          <a:bodyPr/>
          <a:lstStyle/>
          <a:p>
            <a:endParaRPr lang="en-AU"/>
          </a:p>
        </p:txBody>
      </p:sp>
      <p:sp>
        <p:nvSpPr>
          <p:cNvPr id="7" name="Text Placeholder 6">
            <a:extLst>
              <a:ext uri="{FF2B5EF4-FFF2-40B4-BE49-F238E27FC236}">
                <a16:creationId xmlns:a16="http://schemas.microsoft.com/office/drawing/2014/main" id="{860C377E-B339-A1B2-24F3-0D053663DFCC}"/>
              </a:ext>
            </a:extLst>
          </p:cNvPr>
          <p:cNvSpPr>
            <a:spLocks noGrp="1"/>
          </p:cNvSpPr>
          <p:nvPr>
            <p:ph type="body" sz="quarter" idx="10"/>
          </p:nvPr>
        </p:nvSpPr>
        <p:spPr/>
        <p:txBody>
          <a:bodyPr/>
          <a:lstStyle/>
          <a:p>
            <a:endParaRPr lang="en-AU"/>
          </a:p>
        </p:txBody>
      </p:sp>
      <p:sp>
        <p:nvSpPr>
          <p:cNvPr id="5" name="Footer Placeholder 4">
            <a:extLst>
              <a:ext uri="{FF2B5EF4-FFF2-40B4-BE49-F238E27FC236}">
                <a16:creationId xmlns:a16="http://schemas.microsoft.com/office/drawing/2014/main" id="{868CF7BB-D326-8780-2EB8-387151E17B14}"/>
              </a:ext>
            </a:extLst>
          </p:cNvPr>
          <p:cNvSpPr>
            <a:spLocks noGrp="1"/>
          </p:cNvSpPr>
          <p:nvPr>
            <p:ph type="ftr" sz="quarter" idx="12"/>
          </p:nvPr>
        </p:nvSpPr>
        <p:spPr/>
        <p:txBody>
          <a:bodyPr/>
          <a:lstStyle/>
          <a:p>
            <a:r>
              <a:rPr lang="en-AU"/>
              <a:t>V[XX] Effective: [MM/YYYY] Review: [MM/YYYY]</a:t>
            </a:r>
            <a:endParaRPr lang="en-AU" dirty="0"/>
          </a:p>
        </p:txBody>
      </p:sp>
      <p:sp>
        <p:nvSpPr>
          <p:cNvPr id="8" name="Text Placeholder 7">
            <a:extLst>
              <a:ext uri="{FF2B5EF4-FFF2-40B4-BE49-F238E27FC236}">
                <a16:creationId xmlns:a16="http://schemas.microsoft.com/office/drawing/2014/main" id="{307F908A-C60C-EAAB-6326-C2EF7D47FAE4}"/>
              </a:ext>
            </a:extLst>
          </p:cNvPr>
          <p:cNvSpPr>
            <a:spLocks noGrp="1"/>
          </p:cNvSpPr>
          <p:nvPr>
            <p:ph type="body" sz="quarter" idx="11"/>
          </p:nvPr>
        </p:nvSpPr>
        <p:spPr/>
        <p:txBody>
          <a:bodyPr/>
          <a:lstStyle/>
          <a:p>
            <a:endParaRPr lang="en-AU"/>
          </a:p>
        </p:txBody>
      </p:sp>
    </p:spTree>
    <p:extLst>
      <p:ext uri="{BB962C8B-B14F-4D97-AF65-F5344CB8AC3E}">
        <p14:creationId xmlns:p14="http://schemas.microsoft.com/office/powerpoint/2010/main" val="345461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00DA-6F4E-10B1-7968-0E8740E25CC3}"/>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9F3C27ED-A7A8-380C-307C-3EB8D0DD3409}"/>
              </a:ext>
            </a:extLst>
          </p:cNvPr>
          <p:cNvSpPr>
            <a:spLocks noGrp="1"/>
          </p:cNvSpPr>
          <p:nvPr>
            <p:ph type="body" sz="quarter" idx="10"/>
          </p:nvPr>
        </p:nvSpPr>
        <p:spPr/>
        <p:txBody>
          <a:bodyPr/>
          <a:lstStyle/>
          <a:p>
            <a:endParaRPr lang="en-AU"/>
          </a:p>
        </p:txBody>
      </p:sp>
      <p:sp>
        <p:nvSpPr>
          <p:cNvPr id="4" name="Text Placeholder 3">
            <a:extLst>
              <a:ext uri="{FF2B5EF4-FFF2-40B4-BE49-F238E27FC236}">
                <a16:creationId xmlns:a16="http://schemas.microsoft.com/office/drawing/2014/main" id="{EBD4D9F3-DC00-29F0-CF23-33208DB9994A}"/>
              </a:ext>
            </a:extLst>
          </p:cNvPr>
          <p:cNvSpPr>
            <a:spLocks noGrp="1"/>
          </p:cNvSpPr>
          <p:nvPr>
            <p:ph type="body" sz="quarter" idx="11"/>
          </p:nvPr>
        </p:nvSpPr>
        <p:spPr/>
        <p:txBody>
          <a:bodyPr/>
          <a:lstStyle/>
          <a:p>
            <a:endParaRPr lang="en-AU" dirty="0"/>
          </a:p>
        </p:txBody>
      </p:sp>
      <p:sp>
        <p:nvSpPr>
          <p:cNvPr id="5" name="Footer Placeholder 4">
            <a:extLst>
              <a:ext uri="{FF2B5EF4-FFF2-40B4-BE49-F238E27FC236}">
                <a16:creationId xmlns:a16="http://schemas.microsoft.com/office/drawing/2014/main" id="{33A5E6DF-3001-8064-6B19-86370AEFCCE5}"/>
              </a:ext>
            </a:extLst>
          </p:cNvPr>
          <p:cNvSpPr>
            <a:spLocks noGrp="1"/>
          </p:cNvSpPr>
          <p:nvPr>
            <p:ph type="ftr" sz="quarter" idx="12"/>
          </p:nvPr>
        </p:nvSpPr>
        <p:spPr/>
        <p:txBody>
          <a:bodyPr/>
          <a:lstStyle/>
          <a:p>
            <a:r>
              <a:rPr lang="en-AU"/>
              <a:t>V[XX] Effective: [MM/YYYY] Review: [MM/YYYY]</a:t>
            </a:r>
            <a:endParaRPr lang="en-AU" dirty="0"/>
          </a:p>
        </p:txBody>
      </p:sp>
    </p:spTree>
    <p:extLst>
      <p:ext uri="{BB962C8B-B14F-4D97-AF65-F5344CB8AC3E}">
        <p14:creationId xmlns:p14="http://schemas.microsoft.com/office/powerpoint/2010/main" val="2954020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2B68-3D15-F7EA-4575-7615A90F5AF0}"/>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7F4B8837-CC7A-BF95-13E2-5A05687E4C27}"/>
              </a:ext>
            </a:extLst>
          </p:cNvPr>
          <p:cNvSpPr>
            <a:spLocks noGrp="1"/>
          </p:cNvSpPr>
          <p:nvPr>
            <p:ph type="body" sz="quarter" idx="10"/>
          </p:nvPr>
        </p:nvSpPr>
        <p:spPr/>
        <p:txBody>
          <a:bodyPr/>
          <a:lstStyle/>
          <a:p>
            <a:endParaRPr lang="en-AU"/>
          </a:p>
        </p:txBody>
      </p:sp>
      <p:sp>
        <p:nvSpPr>
          <p:cNvPr id="4" name="Text Placeholder 3">
            <a:extLst>
              <a:ext uri="{FF2B5EF4-FFF2-40B4-BE49-F238E27FC236}">
                <a16:creationId xmlns:a16="http://schemas.microsoft.com/office/drawing/2014/main" id="{F5240DDE-1F9B-D027-630A-27C62CA8EB46}"/>
              </a:ext>
            </a:extLst>
          </p:cNvPr>
          <p:cNvSpPr>
            <a:spLocks noGrp="1"/>
          </p:cNvSpPr>
          <p:nvPr>
            <p:ph type="body" sz="quarter" idx="11"/>
          </p:nvPr>
        </p:nvSpPr>
        <p:spPr/>
        <p:txBody>
          <a:bodyPr/>
          <a:lstStyle/>
          <a:p>
            <a:endParaRPr lang="en-AU"/>
          </a:p>
        </p:txBody>
      </p:sp>
      <p:sp>
        <p:nvSpPr>
          <p:cNvPr id="5" name="Footer Placeholder 4">
            <a:extLst>
              <a:ext uri="{FF2B5EF4-FFF2-40B4-BE49-F238E27FC236}">
                <a16:creationId xmlns:a16="http://schemas.microsoft.com/office/drawing/2014/main" id="{9AB231EB-2D4B-F140-A1D7-F1715E8BBD5A}"/>
              </a:ext>
            </a:extLst>
          </p:cNvPr>
          <p:cNvSpPr>
            <a:spLocks noGrp="1"/>
          </p:cNvSpPr>
          <p:nvPr>
            <p:ph type="ftr" sz="quarter" idx="12"/>
          </p:nvPr>
        </p:nvSpPr>
        <p:spPr/>
        <p:txBody>
          <a:bodyPr/>
          <a:lstStyle/>
          <a:p>
            <a:r>
              <a:rPr lang="en-AU"/>
              <a:t>V[XX] Effective: [MM/YYYY] Review: [MM/YYYY]</a:t>
            </a:r>
            <a:endParaRPr lang="en-AU" dirty="0"/>
          </a:p>
        </p:txBody>
      </p:sp>
      <p:sp>
        <p:nvSpPr>
          <p:cNvPr id="13" name="Picture Placeholder 12">
            <a:extLst>
              <a:ext uri="{FF2B5EF4-FFF2-40B4-BE49-F238E27FC236}">
                <a16:creationId xmlns:a16="http://schemas.microsoft.com/office/drawing/2014/main" id="{DB909168-C7DA-662D-74DC-CB9DCE11F780}"/>
              </a:ext>
            </a:extLst>
          </p:cNvPr>
          <p:cNvSpPr>
            <a:spLocks noGrp="1"/>
          </p:cNvSpPr>
          <p:nvPr>
            <p:ph type="pic" sz="quarter" idx="13"/>
          </p:nvPr>
        </p:nvSpPr>
        <p:spPr/>
        <p:txBody>
          <a:bodyPr/>
          <a:lstStyle/>
          <a:p>
            <a:endParaRPr lang="en-AU"/>
          </a:p>
        </p:txBody>
      </p:sp>
      <p:sp>
        <p:nvSpPr>
          <p:cNvPr id="14" name="Picture Placeholder 13">
            <a:extLst>
              <a:ext uri="{FF2B5EF4-FFF2-40B4-BE49-F238E27FC236}">
                <a16:creationId xmlns:a16="http://schemas.microsoft.com/office/drawing/2014/main" id="{DDC18172-C231-AAA0-A81A-D41A61C3B395}"/>
              </a:ext>
            </a:extLst>
          </p:cNvPr>
          <p:cNvSpPr>
            <a:spLocks noGrp="1"/>
          </p:cNvSpPr>
          <p:nvPr>
            <p:ph type="pic" sz="quarter" idx="14"/>
          </p:nvPr>
        </p:nvSpPr>
        <p:spPr/>
        <p:txBody>
          <a:bodyPr/>
          <a:lstStyle/>
          <a:p>
            <a:endParaRPr lang="en-AU"/>
          </a:p>
        </p:txBody>
      </p:sp>
      <p:sp>
        <p:nvSpPr>
          <p:cNvPr id="15" name="Picture Placeholder 14">
            <a:extLst>
              <a:ext uri="{FF2B5EF4-FFF2-40B4-BE49-F238E27FC236}">
                <a16:creationId xmlns:a16="http://schemas.microsoft.com/office/drawing/2014/main" id="{7EBAB679-492E-528B-482B-79C2170B8F37}"/>
              </a:ext>
            </a:extLst>
          </p:cNvPr>
          <p:cNvSpPr>
            <a:spLocks noGrp="1"/>
          </p:cNvSpPr>
          <p:nvPr>
            <p:ph type="pic" sz="quarter" idx="15"/>
          </p:nvPr>
        </p:nvSpPr>
        <p:spPr/>
        <p:txBody>
          <a:bodyPr/>
          <a:lstStyle/>
          <a:p>
            <a:endParaRPr lang="en-AU"/>
          </a:p>
        </p:txBody>
      </p:sp>
      <p:sp>
        <p:nvSpPr>
          <p:cNvPr id="16" name="Picture Placeholder 15">
            <a:extLst>
              <a:ext uri="{FF2B5EF4-FFF2-40B4-BE49-F238E27FC236}">
                <a16:creationId xmlns:a16="http://schemas.microsoft.com/office/drawing/2014/main" id="{9AB9A387-ED61-141C-0DAE-D32985E8C9BB}"/>
              </a:ext>
            </a:extLst>
          </p:cNvPr>
          <p:cNvSpPr>
            <a:spLocks noGrp="1"/>
          </p:cNvSpPr>
          <p:nvPr>
            <p:ph type="pic" sz="quarter" idx="16"/>
          </p:nvPr>
        </p:nvSpPr>
        <p:spPr/>
        <p:txBody>
          <a:bodyPr/>
          <a:lstStyle/>
          <a:p>
            <a:endParaRPr lang="en-AU"/>
          </a:p>
        </p:txBody>
      </p:sp>
    </p:spTree>
    <p:extLst>
      <p:ext uri="{BB962C8B-B14F-4D97-AF65-F5344CB8AC3E}">
        <p14:creationId xmlns:p14="http://schemas.microsoft.com/office/powerpoint/2010/main" val="82162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2DFAE8-7DF1-BD72-7559-38092687CC0A}"/>
              </a:ext>
            </a:extLst>
          </p:cNvPr>
          <p:cNvSpPr txBox="1">
            <a:spLocks/>
          </p:cNvSpPr>
          <p:nvPr/>
        </p:nvSpPr>
        <p:spPr>
          <a:xfrm>
            <a:off x="527050" y="404664"/>
            <a:ext cx="3192686" cy="1592677"/>
          </a:xfrm>
          <a:prstGeom prst="rect">
            <a:avLst/>
          </a:prstGeom>
        </p:spPr>
        <p:txBody>
          <a:bodyPr anchor="ctr" anchorCtr="0">
            <a:noAutofit/>
          </a:bodyPr>
          <a:lstStyle>
            <a:lvl1pPr algn="l" defTabSz="914400" rtl="0" eaLnBrk="1" latinLnBrk="0" hangingPunct="1">
              <a:lnSpc>
                <a:spcPct val="100000"/>
              </a:lnSpc>
              <a:spcBef>
                <a:spcPct val="0"/>
              </a:spcBef>
              <a:buNone/>
              <a:defRPr sz="3600" b="1" kern="1200">
                <a:solidFill>
                  <a:schemeClr val="bg1"/>
                </a:solidFill>
                <a:latin typeface="+mj-lt"/>
                <a:ea typeface="+mj-ea"/>
                <a:cs typeface="+mj-cs"/>
              </a:defRPr>
            </a:lvl1pPr>
          </a:lstStyle>
          <a:p>
            <a:r>
              <a:rPr lang="en-US" sz="2400" dirty="0"/>
              <a:t>Acknowledgement of Traditional Owners</a:t>
            </a:r>
          </a:p>
        </p:txBody>
      </p:sp>
      <p:sp>
        <p:nvSpPr>
          <p:cNvPr id="13" name="Text Placeholder 6">
            <a:extLst>
              <a:ext uri="{FF2B5EF4-FFF2-40B4-BE49-F238E27FC236}">
                <a16:creationId xmlns:a16="http://schemas.microsoft.com/office/drawing/2014/main" id="{E85AA1DB-D895-6CCD-1766-6CF519577F88}"/>
              </a:ext>
            </a:extLst>
          </p:cNvPr>
          <p:cNvSpPr txBox="1">
            <a:spLocks/>
          </p:cNvSpPr>
          <p:nvPr/>
        </p:nvSpPr>
        <p:spPr>
          <a:xfrm>
            <a:off x="527050" y="1997341"/>
            <a:ext cx="2908896" cy="3428310"/>
          </a:xfrm>
          <a:prstGeom prst="rect">
            <a:avLst/>
          </a:prstGeom>
        </p:spPr>
        <p:txBody>
          <a:bodyPr>
            <a:normAutofit/>
          </a:bodyPr>
          <a:lstStyle>
            <a:lvl1pPr marL="0" indent="0" algn="l" defTabSz="914400" rtl="0" eaLnBrk="1" latinLnBrk="0" hangingPunct="1">
              <a:spcBef>
                <a:spcPts val="600"/>
              </a:spcBef>
              <a:spcAft>
                <a:spcPts val="600"/>
              </a:spcAft>
              <a:buClr>
                <a:schemeClr val="tx1"/>
              </a:buClr>
              <a:buFont typeface="Arial" pitchFamily="34" charset="0"/>
              <a:buNone/>
              <a:defRPr sz="1600" kern="1200">
                <a:solidFill>
                  <a:schemeClr val="bg1"/>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We acknowledge Aboriginal people and Torres Strait Islanders as this country’s First Nations people. </a:t>
            </a:r>
          </a:p>
          <a:p>
            <a:r>
              <a:rPr lang="en-AU" dirty="0"/>
              <a:t>We recognise First Nation peoples and communities as the traditional and cultural custodians of the lands on which we work to provide safe and quality health services. </a:t>
            </a:r>
          </a:p>
          <a:p>
            <a:r>
              <a:rPr lang="en-AU" dirty="0"/>
              <a:t>We pay our respect to Elders past, present and emerging.</a:t>
            </a:r>
          </a:p>
        </p:txBody>
      </p:sp>
      <p:sp>
        <p:nvSpPr>
          <p:cNvPr id="14" name="Text Placeholder 4">
            <a:extLst>
              <a:ext uri="{FF2B5EF4-FFF2-40B4-BE49-F238E27FC236}">
                <a16:creationId xmlns:a16="http://schemas.microsoft.com/office/drawing/2014/main" id="{54049F30-3AF3-B764-48A7-BD1346770E23}"/>
              </a:ext>
            </a:extLst>
          </p:cNvPr>
          <p:cNvSpPr txBox="1">
            <a:spLocks/>
          </p:cNvSpPr>
          <p:nvPr/>
        </p:nvSpPr>
        <p:spPr>
          <a:xfrm>
            <a:off x="527049" y="5563122"/>
            <a:ext cx="2832647" cy="916531"/>
          </a:xfrm>
          <a:prstGeom prst="rect">
            <a:avLst/>
          </a:prstGeom>
        </p:spPr>
        <p:txBody>
          <a:bodyPr anchor="ctr">
            <a:noAutofit/>
          </a:bodyPr>
          <a:lstStyle>
            <a:lvl1pPr marL="0" indent="0" algn="l" defTabSz="914400" rtl="0" eaLnBrk="1" latinLnBrk="0" hangingPunct="1">
              <a:spcBef>
                <a:spcPts val="600"/>
              </a:spcBef>
              <a:spcAft>
                <a:spcPts val="600"/>
              </a:spcAft>
              <a:buClr>
                <a:schemeClr val="tx1"/>
              </a:buClr>
              <a:buFont typeface="Arial" pitchFamily="34" charset="0"/>
              <a:buNone/>
              <a:defRPr sz="1200" b="1" i="1" kern="1200">
                <a:solidFill>
                  <a:schemeClr val="accent4"/>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‘Healing Spirit Hands’</a:t>
            </a:r>
            <a:br>
              <a:rPr lang="en-AU" dirty="0"/>
            </a:br>
            <a:r>
              <a:rPr lang="en-AU" dirty="0"/>
              <a:t>Artwork produced for Cairns and Hinterland Hospital and Health Service by Jedess Hudson</a:t>
            </a:r>
          </a:p>
        </p:txBody>
      </p:sp>
    </p:spTree>
    <p:extLst>
      <p:ext uri="{BB962C8B-B14F-4D97-AF65-F5344CB8AC3E}">
        <p14:creationId xmlns:p14="http://schemas.microsoft.com/office/powerpoint/2010/main" val="222488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2370E976-4DB3-009A-FA5B-2CE38C820E6E}"/>
              </a:ext>
            </a:extLst>
          </p:cNvPr>
          <p:cNvSpPr txBox="1">
            <a:spLocks/>
          </p:cNvSpPr>
          <p:nvPr/>
        </p:nvSpPr>
        <p:spPr>
          <a:xfrm>
            <a:off x="2207568" y="5733255"/>
            <a:ext cx="7776864" cy="390153"/>
          </a:xfrm>
          <a:prstGeom prst="rect">
            <a:avLst/>
          </a:prstGeom>
        </p:spPr>
        <p:txBody>
          <a:bodyPr>
            <a:normAutofit/>
          </a:bodyPr>
          <a:lstStyle>
            <a:lvl1pPr marL="0" indent="0" algn="ctr" defTabSz="914400" rtl="0" eaLnBrk="1" latinLnBrk="0" hangingPunct="1">
              <a:spcBef>
                <a:spcPts val="600"/>
              </a:spcBef>
              <a:spcAft>
                <a:spcPts val="600"/>
              </a:spcAft>
              <a:buClr>
                <a:schemeClr val="tx1"/>
              </a:buClr>
              <a:buFont typeface="Arial" pitchFamily="34" charset="0"/>
              <a:buNone/>
              <a:defRPr sz="1600" i="1" kern="1200">
                <a:solidFill>
                  <a:schemeClr val="tx1">
                    <a:lumMod val="50000"/>
                    <a:lumOff val="50000"/>
                  </a:schemeClr>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To learn more about our values search “Values” on QHEPS</a:t>
            </a:r>
          </a:p>
        </p:txBody>
      </p:sp>
      <p:sp>
        <p:nvSpPr>
          <p:cNvPr id="10" name="Text Placeholder 6">
            <a:extLst>
              <a:ext uri="{FF2B5EF4-FFF2-40B4-BE49-F238E27FC236}">
                <a16:creationId xmlns:a16="http://schemas.microsoft.com/office/drawing/2014/main" id="{2375EC96-544B-013E-2270-E2ECC51F5C9A}"/>
              </a:ext>
            </a:extLst>
          </p:cNvPr>
          <p:cNvSpPr txBox="1">
            <a:spLocks/>
          </p:cNvSpPr>
          <p:nvPr/>
        </p:nvSpPr>
        <p:spPr>
          <a:xfrm>
            <a:off x="2230041" y="4194866"/>
            <a:ext cx="7776864" cy="1152128"/>
          </a:xfrm>
          <a:prstGeom prst="rect">
            <a:avLst/>
          </a:prstGeom>
        </p:spPr>
        <p:txBody>
          <a:bodyPr>
            <a:normAutofit/>
          </a:bodyPr>
          <a:lstStyle>
            <a:lvl1pPr marL="0" indent="0" algn="ctr" defTabSz="914400" rtl="0" eaLnBrk="1" latinLnBrk="0" hangingPunct="1">
              <a:spcBef>
                <a:spcPts val="600"/>
              </a:spcBef>
              <a:spcAft>
                <a:spcPts val="600"/>
              </a:spcAft>
              <a:buClr>
                <a:schemeClr val="tx1"/>
              </a:buClr>
              <a:buFont typeface="Arial" pitchFamily="34" charset="0"/>
              <a:buNone/>
              <a:defRPr sz="1600" i="0" kern="1200">
                <a:solidFill>
                  <a:schemeClr val="tx1">
                    <a:lumMod val="65000"/>
                    <a:lumOff val="35000"/>
                  </a:schemeClr>
                </a:solidFill>
                <a:latin typeface="+mn-lt"/>
                <a:ea typeface="+mn-ea"/>
                <a:cs typeface="+mn-cs"/>
              </a:defRPr>
            </a:lvl1pPr>
            <a:lvl2pPr marL="358775" indent="-179388" algn="l" defTabSz="914400" rtl="0" eaLnBrk="1" latinLnBrk="0" hangingPunct="1">
              <a:spcBef>
                <a:spcPts val="0"/>
              </a:spcBef>
              <a:spcAft>
                <a:spcPts val="300"/>
              </a:spcAft>
              <a:buClr>
                <a:schemeClr val="tx1"/>
              </a:buClr>
              <a:buFont typeface="Arial" panose="020B0604020202020204" pitchFamily="34" charset="0"/>
              <a:buChar char="−"/>
              <a:defRPr sz="1400" kern="1200">
                <a:solidFill>
                  <a:schemeClr val="tx1"/>
                </a:solidFill>
                <a:latin typeface="+mn-lt"/>
                <a:ea typeface="+mn-ea"/>
                <a:cs typeface="+mn-cs"/>
              </a:defRPr>
            </a:lvl2pPr>
            <a:lvl3pPr marL="539750" indent="-179388" algn="l" defTabSz="914400" rtl="0" eaLnBrk="1" latinLnBrk="0" hangingPunct="1">
              <a:spcBef>
                <a:spcPts val="0"/>
              </a:spcBef>
              <a:spcAft>
                <a:spcPts val="300"/>
              </a:spcAft>
              <a:buClr>
                <a:schemeClr val="tx1"/>
              </a:buClr>
              <a:buFont typeface="Courier New" panose="02070309020205020404" pitchFamily="49" charset="0"/>
              <a:buChar char="o"/>
              <a:defRPr sz="1400" kern="1200">
                <a:solidFill>
                  <a:schemeClr val="tx1"/>
                </a:solidFill>
                <a:latin typeface="+mn-lt"/>
                <a:ea typeface="+mn-ea"/>
                <a:cs typeface="+mn-cs"/>
              </a:defRPr>
            </a:lvl3pPr>
            <a:lvl4pPr marL="0" indent="0" algn="l" defTabSz="914400" rtl="0" eaLnBrk="1" latinLnBrk="0" hangingPunct="1">
              <a:spcBef>
                <a:spcPts val="600"/>
              </a:spcBef>
              <a:spcAft>
                <a:spcPts val="300"/>
              </a:spcAft>
              <a:buFont typeface="Arial" panose="020B0604020202020204" pitchFamily="34" charset="0"/>
              <a:buNone/>
              <a:defRPr sz="1600" b="0" kern="1200" baseline="0">
                <a:solidFill>
                  <a:schemeClr val="accent2"/>
                </a:solidFill>
                <a:latin typeface="+mn-lt"/>
                <a:ea typeface="+mn-ea"/>
                <a:cs typeface="+mn-cs"/>
              </a:defRPr>
            </a:lvl4pPr>
            <a:lvl5pPr marL="892175" indent="-177800" algn="l" defTabSz="914400" rtl="0" eaLnBrk="1" latinLnBrk="0" hangingPunct="1">
              <a:spcBef>
                <a:spcPts val="0"/>
              </a:spcBef>
              <a:spcAft>
                <a:spcPts val="300"/>
              </a:spcAft>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a:t>We acknowledge our Cairns and Hinterland HHS Values of Compassion, Accountability, Integrity and Respect, and take this opportunity to remind everyone to keep our values front of mind as we conduct ourselves during this meeting.</a:t>
            </a:r>
          </a:p>
          <a:p>
            <a:endParaRPr lang="en-AU" dirty="0"/>
          </a:p>
        </p:txBody>
      </p:sp>
      <p:sp>
        <p:nvSpPr>
          <p:cNvPr id="7" name="Title 6">
            <a:extLst>
              <a:ext uri="{FF2B5EF4-FFF2-40B4-BE49-F238E27FC236}">
                <a16:creationId xmlns:a16="http://schemas.microsoft.com/office/drawing/2014/main" id="{4C693E9F-EF96-62A9-56FC-FD1273B5ABAC}"/>
              </a:ext>
            </a:extLst>
          </p:cNvPr>
          <p:cNvSpPr>
            <a:spLocks noGrp="1"/>
          </p:cNvSpPr>
          <p:nvPr>
            <p:ph type="title"/>
          </p:nvPr>
        </p:nvSpPr>
        <p:spPr/>
        <p:txBody>
          <a:bodyPr/>
          <a:lstStyle/>
          <a:p>
            <a:r>
              <a:rPr lang="en-AU" dirty="0"/>
              <a:t>Our Shared Values</a:t>
            </a:r>
          </a:p>
        </p:txBody>
      </p:sp>
    </p:spTree>
    <p:extLst>
      <p:ext uri="{BB962C8B-B14F-4D97-AF65-F5344CB8AC3E}">
        <p14:creationId xmlns:p14="http://schemas.microsoft.com/office/powerpoint/2010/main" val="154529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901F8-4E53-CF1B-8CBB-90A0DEEAF2C5}"/>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B8282698-1036-90F3-5586-E5C272A05BE9}"/>
              </a:ext>
            </a:extLst>
          </p:cNvPr>
          <p:cNvSpPr>
            <a:spLocks noGrp="1"/>
          </p:cNvSpPr>
          <p:nvPr>
            <p:ph type="body" sz="quarter" idx="10"/>
          </p:nvPr>
        </p:nvSpPr>
        <p:spPr/>
        <p:txBody>
          <a:bodyPr/>
          <a:lstStyle/>
          <a:p>
            <a:endParaRPr lang="en-AU"/>
          </a:p>
        </p:txBody>
      </p:sp>
      <p:sp>
        <p:nvSpPr>
          <p:cNvPr id="4" name="Footer Placeholder 3">
            <a:extLst>
              <a:ext uri="{FF2B5EF4-FFF2-40B4-BE49-F238E27FC236}">
                <a16:creationId xmlns:a16="http://schemas.microsoft.com/office/drawing/2014/main" id="{DC172366-CC65-0A56-F1D3-506BAC347932}"/>
              </a:ext>
            </a:extLst>
          </p:cNvPr>
          <p:cNvSpPr>
            <a:spLocks noGrp="1"/>
          </p:cNvSpPr>
          <p:nvPr>
            <p:ph type="ftr" sz="quarter" idx="12"/>
          </p:nvPr>
        </p:nvSpPr>
        <p:spPr/>
        <p:txBody>
          <a:bodyPr/>
          <a:lstStyle/>
          <a:p>
            <a:r>
              <a:rPr lang="en-AU"/>
              <a:t>V[XX] Effective: [MM/YYYY] Review: [MM/YYYY]</a:t>
            </a:r>
            <a:endParaRPr lang="en-AU" dirty="0"/>
          </a:p>
        </p:txBody>
      </p:sp>
    </p:spTree>
    <p:extLst>
      <p:ext uri="{BB962C8B-B14F-4D97-AF65-F5344CB8AC3E}">
        <p14:creationId xmlns:p14="http://schemas.microsoft.com/office/powerpoint/2010/main" val="1815366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B47D-8146-72A5-408C-693DF9DF1284}"/>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09A32386-7BC2-7956-C321-1263115BAFF0}"/>
              </a:ext>
            </a:extLst>
          </p:cNvPr>
          <p:cNvSpPr>
            <a:spLocks noGrp="1"/>
          </p:cNvSpPr>
          <p:nvPr>
            <p:ph idx="1"/>
          </p:nvPr>
        </p:nvSpPr>
        <p:spPr/>
        <p:txBody>
          <a:bodyPr/>
          <a:lstStyle/>
          <a:p>
            <a:endParaRPr lang="en-AU"/>
          </a:p>
        </p:txBody>
      </p:sp>
      <p:sp>
        <p:nvSpPr>
          <p:cNvPr id="4" name="Footer Placeholder 3">
            <a:extLst>
              <a:ext uri="{FF2B5EF4-FFF2-40B4-BE49-F238E27FC236}">
                <a16:creationId xmlns:a16="http://schemas.microsoft.com/office/drawing/2014/main" id="{1845B337-80FC-2605-A04B-94F3D0643594}"/>
              </a:ext>
            </a:extLst>
          </p:cNvPr>
          <p:cNvSpPr>
            <a:spLocks noGrp="1"/>
          </p:cNvSpPr>
          <p:nvPr>
            <p:ph type="ftr" sz="quarter" idx="10"/>
          </p:nvPr>
        </p:nvSpPr>
        <p:spPr/>
        <p:txBody>
          <a:bodyPr/>
          <a:lstStyle/>
          <a:p>
            <a:r>
              <a:rPr lang="en-AU"/>
              <a:t>V[XX] Effective: [MM/YYYY] Review: [MM/YYYY]</a:t>
            </a:r>
            <a:endParaRPr lang="en-AU" dirty="0"/>
          </a:p>
        </p:txBody>
      </p:sp>
      <p:sp>
        <p:nvSpPr>
          <p:cNvPr id="5" name="Slide Number Placeholder 4">
            <a:extLst>
              <a:ext uri="{FF2B5EF4-FFF2-40B4-BE49-F238E27FC236}">
                <a16:creationId xmlns:a16="http://schemas.microsoft.com/office/drawing/2014/main" id="{300967F9-1761-4A59-2D16-517C47C5CD33}"/>
              </a:ext>
            </a:extLst>
          </p:cNvPr>
          <p:cNvSpPr>
            <a:spLocks noGrp="1"/>
          </p:cNvSpPr>
          <p:nvPr>
            <p:ph type="sldNum" sz="quarter" idx="11"/>
          </p:nvPr>
        </p:nvSpPr>
        <p:spPr/>
        <p:txBody>
          <a:bodyPr/>
          <a:lstStyle/>
          <a:p>
            <a:fld id="{E917DE0E-AFB1-41FD-BC35-27DB61CA125F}" type="slidenum">
              <a:rPr lang="en-AU" smtClean="0"/>
              <a:pPr/>
              <a:t>10</a:t>
            </a:fld>
            <a:endParaRPr lang="en-AU" dirty="0"/>
          </a:p>
        </p:txBody>
      </p:sp>
    </p:spTree>
    <p:extLst>
      <p:ext uri="{BB962C8B-B14F-4D97-AF65-F5344CB8AC3E}">
        <p14:creationId xmlns:p14="http://schemas.microsoft.com/office/powerpoint/2010/main" val="2850775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419C-C73B-5C5B-DA75-8E1BA7C126F5}"/>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FE710C06-FB53-44B6-F264-00D5458978AC}"/>
              </a:ext>
            </a:extLst>
          </p:cNvPr>
          <p:cNvSpPr>
            <a:spLocks noGrp="1"/>
          </p:cNvSpPr>
          <p:nvPr>
            <p:ph idx="1"/>
          </p:nvPr>
        </p:nvSpPr>
        <p:spPr/>
        <p:txBody>
          <a:bodyPr/>
          <a:lstStyle/>
          <a:p>
            <a:endParaRPr lang="en-AU"/>
          </a:p>
        </p:txBody>
      </p:sp>
      <p:sp>
        <p:nvSpPr>
          <p:cNvPr id="4" name="Footer Placeholder 3">
            <a:extLst>
              <a:ext uri="{FF2B5EF4-FFF2-40B4-BE49-F238E27FC236}">
                <a16:creationId xmlns:a16="http://schemas.microsoft.com/office/drawing/2014/main" id="{0E4B60BA-E276-4B58-F588-381FEE5F7D05}"/>
              </a:ext>
            </a:extLst>
          </p:cNvPr>
          <p:cNvSpPr>
            <a:spLocks noGrp="1"/>
          </p:cNvSpPr>
          <p:nvPr>
            <p:ph type="ftr" sz="quarter" idx="10"/>
          </p:nvPr>
        </p:nvSpPr>
        <p:spPr/>
        <p:txBody>
          <a:bodyPr/>
          <a:lstStyle/>
          <a:p>
            <a:r>
              <a:rPr lang="en-AU"/>
              <a:t>V[XX] Effective: [MM/YYYY] Review: [MM/YYYY]</a:t>
            </a:r>
            <a:endParaRPr lang="en-AU" dirty="0"/>
          </a:p>
        </p:txBody>
      </p:sp>
      <p:sp>
        <p:nvSpPr>
          <p:cNvPr id="5" name="Slide Number Placeholder 4">
            <a:extLst>
              <a:ext uri="{FF2B5EF4-FFF2-40B4-BE49-F238E27FC236}">
                <a16:creationId xmlns:a16="http://schemas.microsoft.com/office/drawing/2014/main" id="{DE3E7604-F8BA-DD91-F112-3981837A20B2}"/>
              </a:ext>
            </a:extLst>
          </p:cNvPr>
          <p:cNvSpPr>
            <a:spLocks noGrp="1"/>
          </p:cNvSpPr>
          <p:nvPr>
            <p:ph type="sldNum" sz="quarter" idx="11"/>
          </p:nvPr>
        </p:nvSpPr>
        <p:spPr/>
        <p:txBody>
          <a:bodyPr/>
          <a:lstStyle/>
          <a:p>
            <a:fld id="{E917DE0E-AFB1-41FD-BC35-27DB61CA125F}" type="slidenum">
              <a:rPr lang="en-AU" smtClean="0"/>
              <a:pPr/>
              <a:t>11</a:t>
            </a:fld>
            <a:endParaRPr lang="en-AU" dirty="0"/>
          </a:p>
        </p:txBody>
      </p:sp>
    </p:spTree>
    <p:extLst>
      <p:ext uri="{BB962C8B-B14F-4D97-AF65-F5344CB8AC3E}">
        <p14:creationId xmlns:p14="http://schemas.microsoft.com/office/powerpoint/2010/main" val="3716536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D4689E-86AF-747A-C319-4AC4DB085C12}"/>
              </a:ext>
            </a:extLst>
          </p:cNvPr>
          <p:cNvSpPr>
            <a:spLocks noGrp="1"/>
          </p:cNvSpPr>
          <p:nvPr>
            <p:ph type="pic" sz="quarter" idx="13"/>
          </p:nvPr>
        </p:nvSpPr>
        <p:spPr/>
        <p:txBody>
          <a:bodyPr/>
          <a:lstStyle/>
          <a:p>
            <a:endParaRPr lang="en-AU"/>
          </a:p>
        </p:txBody>
      </p:sp>
      <p:sp>
        <p:nvSpPr>
          <p:cNvPr id="3" name="Title 2">
            <a:extLst>
              <a:ext uri="{FF2B5EF4-FFF2-40B4-BE49-F238E27FC236}">
                <a16:creationId xmlns:a16="http://schemas.microsoft.com/office/drawing/2014/main" id="{5E0017A6-8C49-E498-7A7A-976095771E90}"/>
              </a:ext>
            </a:extLst>
          </p:cNvPr>
          <p:cNvSpPr>
            <a:spLocks noGrp="1"/>
          </p:cNvSpPr>
          <p:nvPr>
            <p:ph type="title"/>
          </p:nvPr>
        </p:nvSpPr>
        <p:spPr/>
        <p:txBody>
          <a:bodyPr/>
          <a:lstStyle/>
          <a:p>
            <a:endParaRPr lang="en-AU"/>
          </a:p>
        </p:txBody>
      </p:sp>
      <p:sp>
        <p:nvSpPr>
          <p:cNvPr id="4" name="Content Placeholder 3">
            <a:extLst>
              <a:ext uri="{FF2B5EF4-FFF2-40B4-BE49-F238E27FC236}">
                <a16:creationId xmlns:a16="http://schemas.microsoft.com/office/drawing/2014/main" id="{2316CA04-91F6-CDBB-284A-FA014BC168D6}"/>
              </a:ext>
            </a:extLst>
          </p:cNvPr>
          <p:cNvSpPr>
            <a:spLocks noGrp="1"/>
          </p:cNvSpPr>
          <p:nvPr>
            <p:ph idx="1"/>
          </p:nvPr>
        </p:nvSpPr>
        <p:spPr/>
        <p:txBody>
          <a:bodyPr/>
          <a:lstStyle/>
          <a:p>
            <a:endParaRPr lang="en-AU"/>
          </a:p>
        </p:txBody>
      </p:sp>
      <p:sp>
        <p:nvSpPr>
          <p:cNvPr id="5" name="Footer Placeholder 4">
            <a:extLst>
              <a:ext uri="{FF2B5EF4-FFF2-40B4-BE49-F238E27FC236}">
                <a16:creationId xmlns:a16="http://schemas.microsoft.com/office/drawing/2014/main" id="{6A19A42E-16FD-FF14-47FD-1D2681912290}"/>
              </a:ext>
            </a:extLst>
          </p:cNvPr>
          <p:cNvSpPr>
            <a:spLocks noGrp="1"/>
          </p:cNvSpPr>
          <p:nvPr>
            <p:ph type="ftr" sz="quarter" idx="10"/>
          </p:nvPr>
        </p:nvSpPr>
        <p:spPr/>
        <p:txBody>
          <a:bodyPr/>
          <a:lstStyle/>
          <a:p>
            <a:r>
              <a:rPr lang="en-AU"/>
              <a:t>V[XX] Effective: [MM/YYYY] Review: [MM/YYYY]</a:t>
            </a:r>
            <a:endParaRPr lang="en-AU" dirty="0"/>
          </a:p>
        </p:txBody>
      </p:sp>
      <p:sp>
        <p:nvSpPr>
          <p:cNvPr id="6" name="Slide Number Placeholder 5">
            <a:extLst>
              <a:ext uri="{FF2B5EF4-FFF2-40B4-BE49-F238E27FC236}">
                <a16:creationId xmlns:a16="http://schemas.microsoft.com/office/drawing/2014/main" id="{D2C6B5DE-67DC-DCCB-456B-09C9CDAA79F5}"/>
              </a:ext>
            </a:extLst>
          </p:cNvPr>
          <p:cNvSpPr>
            <a:spLocks noGrp="1"/>
          </p:cNvSpPr>
          <p:nvPr>
            <p:ph type="sldNum" sz="quarter" idx="11"/>
          </p:nvPr>
        </p:nvSpPr>
        <p:spPr/>
        <p:txBody>
          <a:bodyPr/>
          <a:lstStyle/>
          <a:p>
            <a:fld id="{E917DE0E-AFB1-41FD-BC35-27DB61CA125F}" type="slidenum">
              <a:rPr lang="en-AU" smtClean="0"/>
              <a:pPr/>
              <a:t>12</a:t>
            </a:fld>
            <a:endParaRPr lang="en-AU" dirty="0"/>
          </a:p>
        </p:txBody>
      </p:sp>
      <p:pic>
        <p:nvPicPr>
          <p:cNvPr id="9" name="Picture 8" descr="A white line on a black background&#10;&#10;AI-generated content may be incorrect.">
            <a:extLst>
              <a:ext uri="{FF2B5EF4-FFF2-40B4-BE49-F238E27FC236}">
                <a16:creationId xmlns:a16="http://schemas.microsoft.com/office/drawing/2014/main" id="{4206507E-A36B-2E99-92EB-81545C058DAB}"/>
              </a:ext>
            </a:extLst>
          </p:cNvPr>
          <p:cNvPicPr>
            <a:picLocks noChangeAspect="1"/>
          </p:cNvPicPr>
          <p:nvPr/>
        </p:nvPicPr>
        <p:blipFill>
          <a:blip r:embed="rId2"/>
          <a:stretch>
            <a:fillRect/>
          </a:stretch>
        </p:blipFill>
        <p:spPr>
          <a:xfrm>
            <a:off x="6127765" y="9013"/>
            <a:ext cx="2632531" cy="6353944"/>
          </a:xfrm>
          <a:prstGeom prst="rect">
            <a:avLst/>
          </a:prstGeom>
        </p:spPr>
      </p:pic>
      <p:pic>
        <p:nvPicPr>
          <p:cNvPr id="10" name="Picture 9" descr="A white line on a black background&#10;&#10;AI-generated content may be incorrect.">
            <a:extLst>
              <a:ext uri="{FF2B5EF4-FFF2-40B4-BE49-F238E27FC236}">
                <a16:creationId xmlns:a16="http://schemas.microsoft.com/office/drawing/2014/main" id="{FA2E2317-E5D4-718B-EEDA-C0199D4C8F62}"/>
              </a:ext>
            </a:extLst>
          </p:cNvPr>
          <p:cNvPicPr>
            <a:picLocks noChangeAspect="1"/>
          </p:cNvPicPr>
          <p:nvPr/>
        </p:nvPicPr>
        <p:blipFill>
          <a:blip r:embed="rId3"/>
          <a:stretch>
            <a:fillRect/>
          </a:stretch>
        </p:blipFill>
        <p:spPr>
          <a:xfrm>
            <a:off x="5482497" y="18026"/>
            <a:ext cx="3202593" cy="6353944"/>
          </a:xfrm>
          <a:prstGeom prst="rect">
            <a:avLst/>
          </a:prstGeom>
        </p:spPr>
      </p:pic>
    </p:spTree>
    <p:extLst>
      <p:ext uri="{BB962C8B-B14F-4D97-AF65-F5344CB8AC3E}">
        <p14:creationId xmlns:p14="http://schemas.microsoft.com/office/powerpoint/2010/main" val="34473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8963D2D-14FD-59E5-39FD-1B0375983620}"/>
              </a:ext>
            </a:extLst>
          </p:cNvPr>
          <p:cNvSpPr>
            <a:spLocks noGrp="1"/>
          </p:cNvSpPr>
          <p:nvPr>
            <p:ph type="pic" sz="quarter" idx="13"/>
          </p:nvPr>
        </p:nvSpPr>
        <p:spPr/>
        <p:txBody>
          <a:bodyPr/>
          <a:lstStyle/>
          <a:p>
            <a:endParaRPr lang="en-AU"/>
          </a:p>
        </p:txBody>
      </p:sp>
      <p:sp>
        <p:nvSpPr>
          <p:cNvPr id="3" name="Footer Placeholder 2">
            <a:extLst>
              <a:ext uri="{FF2B5EF4-FFF2-40B4-BE49-F238E27FC236}">
                <a16:creationId xmlns:a16="http://schemas.microsoft.com/office/drawing/2014/main" id="{C7D67E0D-FEBA-40D4-128F-733E2B6DBECA}"/>
              </a:ext>
            </a:extLst>
          </p:cNvPr>
          <p:cNvSpPr>
            <a:spLocks noGrp="1"/>
          </p:cNvSpPr>
          <p:nvPr>
            <p:ph type="ftr" sz="quarter" idx="10"/>
          </p:nvPr>
        </p:nvSpPr>
        <p:spPr/>
        <p:txBody>
          <a:bodyPr/>
          <a:lstStyle/>
          <a:p>
            <a:r>
              <a:rPr lang="en-AU"/>
              <a:t>V[XX] Effective: [MM/YYYY] Review: [MM/YYYY]</a:t>
            </a:r>
            <a:endParaRPr lang="en-AU" dirty="0"/>
          </a:p>
        </p:txBody>
      </p:sp>
      <p:sp>
        <p:nvSpPr>
          <p:cNvPr id="4" name="Slide Number Placeholder 3">
            <a:extLst>
              <a:ext uri="{FF2B5EF4-FFF2-40B4-BE49-F238E27FC236}">
                <a16:creationId xmlns:a16="http://schemas.microsoft.com/office/drawing/2014/main" id="{AE10E163-8D9A-A483-4412-08617BE61C3B}"/>
              </a:ext>
            </a:extLst>
          </p:cNvPr>
          <p:cNvSpPr>
            <a:spLocks noGrp="1"/>
          </p:cNvSpPr>
          <p:nvPr>
            <p:ph type="sldNum" sz="quarter" idx="11"/>
          </p:nvPr>
        </p:nvSpPr>
        <p:spPr/>
        <p:txBody>
          <a:bodyPr/>
          <a:lstStyle/>
          <a:p>
            <a:fld id="{E917DE0E-AFB1-41FD-BC35-27DB61CA125F}" type="slidenum">
              <a:rPr lang="en-AU" smtClean="0"/>
              <a:pPr/>
              <a:t>13</a:t>
            </a:fld>
            <a:endParaRPr lang="en-AU" dirty="0"/>
          </a:p>
        </p:txBody>
      </p:sp>
      <p:sp>
        <p:nvSpPr>
          <p:cNvPr id="5" name="Title 4">
            <a:extLst>
              <a:ext uri="{FF2B5EF4-FFF2-40B4-BE49-F238E27FC236}">
                <a16:creationId xmlns:a16="http://schemas.microsoft.com/office/drawing/2014/main" id="{9F1048B4-9E51-3E24-DA48-979F1AEF1435}"/>
              </a:ext>
            </a:extLst>
          </p:cNvPr>
          <p:cNvSpPr>
            <a:spLocks noGrp="1"/>
          </p:cNvSpPr>
          <p:nvPr>
            <p:ph type="title"/>
          </p:nvPr>
        </p:nvSpPr>
        <p:spPr/>
        <p:txBody>
          <a:bodyPr/>
          <a:lstStyle/>
          <a:p>
            <a:endParaRPr lang="en-AU" dirty="0"/>
          </a:p>
        </p:txBody>
      </p:sp>
      <p:pic>
        <p:nvPicPr>
          <p:cNvPr id="6" name="Picture 5" descr="A white line on a black background&#10;&#10;AI-generated content may be incorrect.">
            <a:extLst>
              <a:ext uri="{FF2B5EF4-FFF2-40B4-BE49-F238E27FC236}">
                <a16:creationId xmlns:a16="http://schemas.microsoft.com/office/drawing/2014/main" id="{CFBA4D24-BAC2-DD20-133B-683AACE14732}"/>
              </a:ext>
            </a:extLst>
          </p:cNvPr>
          <p:cNvPicPr>
            <a:picLocks noChangeAspect="1"/>
          </p:cNvPicPr>
          <p:nvPr/>
        </p:nvPicPr>
        <p:blipFill>
          <a:blip r:embed="rId2"/>
          <a:stretch>
            <a:fillRect/>
          </a:stretch>
        </p:blipFill>
        <p:spPr>
          <a:xfrm>
            <a:off x="6127765" y="9013"/>
            <a:ext cx="2632531" cy="6353944"/>
          </a:xfrm>
          <a:prstGeom prst="rect">
            <a:avLst/>
          </a:prstGeom>
        </p:spPr>
      </p:pic>
      <p:pic>
        <p:nvPicPr>
          <p:cNvPr id="7" name="Picture 6" descr="A white line on a black background&#10;&#10;AI-generated content may be incorrect.">
            <a:extLst>
              <a:ext uri="{FF2B5EF4-FFF2-40B4-BE49-F238E27FC236}">
                <a16:creationId xmlns:a16="http://schemas.microsoft.com/office/drawing/2014/main" id="{7AFC1BE5-9365-B75A-8A7B-8F94A68F584E}"/>
              </a:ext>
            </a:extLst>
          </p:cNvPr>
          <p:cNvPicPr>
            <a:picLocks noChangeAspect="1"/>
          </p:cNvPicPr>
          <p:nvPr/>
        </p:nvPicPr>
        <p:blipFill>
          <a:blip r:embed="rId3"/>
          <a:stretch>
            <a:fillRect/>
          </a:stretch>
        </p:blipFill>
        <p:spPr>
          <a:xfrm>
            <a:off x="5147048" y="18026"/>
            <a:ext cx="3202593" cy="6353944"/>
          </a:xfrm>
          <a:prstGeom prst="rect">
            <a:avLst/>
          </a:prstGeom>
        </p:spPr>
      </p:pic>
    </p:spTree>
    <p:extLst>
      <p:ext uri="{BB962C8B-B14F-4D97-AF65-F5344CB8AC3E}">
        <p14:creationId xmlns:p14="http://schemas.microsoft.com/office/powerpoint/2010/main" val="4259774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B110AAE-4277-EB5C-23CB-521A16E210A6}"/>
              </a:ext>
            </a:extLst>
          </p:cNvPr>
          <p:cNvSpPr>
            <a:spLocks noGrp="1"/>
          </p:cNvSpPr>
          <p:nvPr>
            <p:ph type="pic" sz="quarter" idx="13"/>
          </p:nvPr>
        </p:nvSpPr>
        <p:spPr/>
        <p:txBody>
          <a:bodyPr/>
          <a:lstStyle/>
          <a:p>
            <a:endParaRPr lang="en-AU"/>
          </a:p>
        </p:txBody>
      </p:sp>
      <p:sp>
        <p:nvSpPr>
          <p:cNvPr id="3" name="Footer Placeholder 2">
            <a:extLst>
              <a:ext uri="{FF2B5EF4-FFF2-40B4-BE49-F238E27FC236}">
                <a16:creationId xmlns:a16="http://schemas.microsoft.com/office/drawing/2014/main" id="{F4A5AD70-5056-6E79-68E7-5C3DAAC45069}"/>
              </a:ext>
            </a:extLst>
          </p:cNvPr>
          <p:cNvSpPr>
            <a:spLocks noGrp="1"/>
          </p:cNvSpPr>
          <p:nvPr>
            <p:ph type="ftr" sz="quarter" idx="10"/>
          </p:nvPr>
        </p:nvSpPr>
        <p:spPr/>
        <p:txBody>
          <a:bodyPr/>
          <a:lstStyle/>
          <a:p>
            <a:r>
              <a:rPr lang="en-AU"/>
              <a:t>V[XX] Effective: [MM/YYYY] Review: [MM/YYYY]</a:t>
            </a:r>
            <a:endParaRPr lang="en-AU" dirty="0"/>
          </a:p>
        </p:txBody>
      </p:sp>
      <p:sp>
        <p:nvSpPr>
          <p:cNvPr id="4" name="Slide Number Placeholder 3">
            <a:extLst>
              <a:ext uri="{FF2B5EF4-FFF2-40B4-BE49-F238E27FC236}">
                <a16:creationId xmlns:a16="http://schemas.microsoft.com/office/drawing/2014/main" id="{B9C18154-D113-691D-8A92-FE6D8AA8AB45}"/>
              </a:ext>
            </a:extLst>
          </p:cNvPr>
          <p:cNvSpPr>
            <a:spLocks noGrp="1"/>
          </p:cNvSpPr>
          <p:nvPr>
            <p:ph type="sldNum" sz="quarter" idx="11"/>
          </p:nvPr>
        </p:nvSpPr>
        <p:spPr/>
        <p:txBody>
          <a:bodyPr/>
          <a:lstStyle/>
          <a:p>
            <a:fld id="{E917DE0E-AFB1-41FD-BC35-27DB61CA125F}" type="slidenum">
              <a:rPr lang="en-AU" smtClean="0"/>
              <a:pPr/>
              <a:t>14</a:t>
            </a:fld>
            <a:endParaRPr lang="en-AU" dirty="0"/>
          </a:p>
        </p:txBody>
      </p:sp>
      <p:sp>
        <p:nvSpPr>
          <p:cNvPr id="5" name="Title 4">
            <a:extLst>
              <a:ext uri="{FF2B5EF4-FFF2-40B4-BE49-F238E27FC236}">
                <a16:creationId xmlns:a16="http://schemas.microsoft.com/office/drawing/2014/main" id="{D7181D47-BDFC-AA5D-0F1D-3FDCF5FC74C0}"/>
              </a:ext>
            </a:extLst>
          </p:cNvPr>
          <p:cNvSpPr>
            <a:spLocks noGrp="1"/>
          </p:cNvSpPr>
          <p:nvPr>
            <p:ph type="title"/>
          </p:nvPr>
        </p:nvSpPr>
        <p:spPr/>
        <p:txBody>
          <a:bodyPr/>
          <a:lstStyle/>
          <a:p>
            <a:endParaRPr lang="en-AU"/>
          </a:p>
        </p:txBody>
      </p:sp>
      <p:pic>
        <p:nvPicPr>
          <p:cNvPr id="6" name="Picture 5" descr="A white line on a black background&#10;&#10;AI-generated content may be incorrect.">
            <a:extLst>
              <a:ext uri="{FF2B5EF4-FFF2-40B4-BE49-F238E27FC236}">
                <a16:creationId xmlns:a16="http://schemas.microsoft.com/office/drawing/2014/main" id="{6074DD8A-3569-6C0A-161D-BE19F1D2C630}"/>
              </a:ext>
            </a:extLst>
          </p:cNvPr>
          <p:cNvPicPr>
            <a:picLocks noChangeAspect="1"/>
          </p:cNvPicPr>
          <p:nvPr/>
        </p:nvPicPr>
        <p:blipFill>
          <a:blip r:embed="rId2"/>
          <a:stretch>
            <a:fillRect/>
          </a:stretch>
        </p:blipFill>
        <p:spPr>
          <a:xfrm>
            <a:off x="6127765" y="9013"/>
            <a:ext cx="2632531" cy="6353944"/>
          </a:xfrm>
          <a:prstGeom prst="rect">
            <a:avLst/>
          </a:prstGeom>
        </p:spPr>
      </p:pic>
      <p:pic>
        <p:nvPicPr>
          <p:cNvPr id="7" name="Picture 6" descr="A white line on a black background&#10;&#10;AI-generated content may be incorrect.">
            <a:extLst>
              <a:ext uri="{FF2B5EF4-FFF2-40B4-BE49-F238E27FC236}">
                <a16:creationId xmlns:a16="http://schemas.microsoft.com/office/drawing/2014/main" id="{90D2F6FF-E9B6-E5C1-1BBD-5C6D062D5FE4}"/>
              </a:ext>
            </a:extLst>
          </p:cNvPr>
          <p:cNvPicPr>
            <a:picLocks noChangeAspect="1"/>
          </p:cNvPicPr>
          <p:nvPr/>
        </p:nvPicPr>
        <p:blipFill>
          <a:blip r:embed="rId3"/>
          <a:stretch>
            <a:fillRect/>
          </a:stretch>
        </p:blipFill>
        <p:spPr>
          <a:xfrm>
            <a:off x="4855623" y="18026"/>
            <a:ext cx="3202593" cy="6353944"/>
          </a:xfrm>
          <a:prstGeom prst="rect">
            <a:avLst/>
          </a:prstGeom>
        </p:spPr>
      </p:pic>
    </p:spTree>
    <p:extLst>
      <p:ext uri="{BB962C8B-B14F-4D97-AF65-F5344CB8AC3E}">
        <p14:creationId xmlns:p14="http://schemas.microsoft.com/office/powerpoint/2010/main" val="3408570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CHHHS colours</a:t>
            </a:r>
          </a:p>
        </p:txBody>
      </p:sp>
      <p:sp>
        <p:nvSpPr>
          <p:cNvPr id="5" name="Content Placeholder 4"/>
          <p:cNvSpPr>
            <a:spLocks noGrp="1"/>
          </p:cNvSpPr>
          <p:nvPr>
            <p:ph idx="1"/>
          </p:nvPr>
        </p:nvSpPr>
        <p:spPr>
          <a:xfrm>
            <a:off x="527051" y="1196752"/>
            <a:ext cx="11137568" cy="4536504"/>
          </a:xfrm>
        </p:spPr>
        <p:txBody>
          <a:bodyPr/>
          <a:lstStyle/>
          <a:p>
            <a:r>
              <a:rPr lang="en-AU" dirty="0"/>
              <a:t>Main colours used in this template:</a:t>
            </a:r>
          </a:p>
        </p:txBody>
      </p:sp>
      <p:sp>
        <p:nvSpPr>
          <p:cNvPr id="9" name="Footer Placeholder 8"/>
          <p:cNvSpPr>
            <a:spLocks noGrp="1"/>
          </p:cNvSpPr>
          <p:nvPr>
            <p:ph type="ftr" sz="quarter" idx="10"/>
          </p:nvPr>
        </p:nvSpPr>
        <p:spPr/>
        <p:txBody>
          <a:bodyPr/>
          <a:lstStyle/>
          <a:p>
            <a:r>
              <a:rPr lang="en-AU"/>
              <a:t>V[XX] Effective: [MM/YYYY] Review: [MM/YYYY]</a:t>
            </a:r>
            <a:endParaRPr lang="en-AU" dirty="0"/>
          </a:p>
        </p:txBody>
      </p:sp>
      <p:sp>
        <p:nvSpPr>
          <p:cNvPr id="10" name="Slide Number Placeholder 9"/>
          <p:cNvSpPr>
            <a:spLocks noGrp="1"/>
          </p:cNvSpPr>
          <p:nvPr>
            <p:ph type="sldNum" sz="quarter" idx="11"/>
          </p:nvPr>
        </p:nvSpPr>
        <p:spPr/>
        <p:txBody>
          <a:bodyPr/>
          <a:lstStyle/>
          <a:p>
            <a:fld id="{E917DE0E-AFB1-41FD-BC35-27DB61CA125F}" type="slidenum">
              <a:rPr lang="en-AU" smtClean="0"/>
              <a:pPr/>
              <a:t>15</a:t>
            </a:fld>
            <a:endParaRPr lang="en-AU" dirty="0"/>
          </a:p>
        </p:txBody>
      </p:sp>
      <p:sp>
        <p:nvSpPr>
          <p:cNvPr id="6" name="Rectangle 5"/>
          <p:cNvSpPr/>
          <p:nvPr/>
        </p:nvSpPr>
        <p:spPr>
          <a:xfrm>
            <a:off x="2057092" y="1795375"/>
            <a:ext cx="1071570" cy="107157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lIns="36000" rIns="36000" rtlCol="0" anchor="ctr"/>
          <a:lstStyle/>
          <a:p>
            <a:r>
              <a:rPr lang="en-AU" sz="1400" dirty="0"/>
              <a:t>R  52</a:t>
            </a:r>
            <a:br>
              <a:rPr lang="en-AU" sz="1400" dirty="0"/>
            </a:br>
            <a:r>
              <a:rPr lang="en-AU" sz="1400" dirty="0"/>
              <a:t>G  134</a:t>
            </a:r>
            <a:br>
              <a:rPr lang="en-AU" sz="1400" dirty="0"/>
            </a:br>
            <a:r>
              <a:rPr lang="en-AU" sz="1400" dirty="0"/>
              <a:t>B  147</a:t>
            </a:r>
          </a:p>
          <a:p>
            <a:r>
              <a:rPr lang="en-AU" sz="1400" b="0" i="0" u="none" strike="noStrike" baseline="0" dirty="0">
                <a:solidFill>
                  <a:schemeClr val="bg1"/>
                </a:solidFill>
              </a:rPr>
              <a:t>#348693</a:t>
            </a:r>
            <a:endParaRPr lang="en-AU" sz="1400" dirty="0">
              <a:solidFill>
                <a:schemeClr val="bg1"/>
              </a:solidFill>
            </a:endParaRPr>
          </a:p>
        </p:txBody>
      </p:sp>
      <p:sp>
        <p:nvSpPr>
          <p:cNvPr id="7" name="Rectangle 6"/>
          <p:cNvSpPr/>
          <p:nvPr/>
        </p:nvSpPr>
        <p:spPr>
          <a:xfrm>
            <a:off x="3368531" y="1795375"/>
            <a:ext cx="1071570" cy="107157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lIns="36000" rIns="36000" rtlCol="0" anchor="ctr"/>
          <a:lstStyle/>
          <a:p>
            <a:r>
              <a:rPr lang="en-AU" sz="1400" dirty="0"/>
              <a:t>R  68</a:t>
            </a:r>
            <a:br>
              <a:rPr lang="en-AU" sz="1400" dirty="0"/>
            </a:br>
            <a:r>
              <a:rPr lang="en-AU" sz="1400" dirty="0"/>
              <a:t>G  177</a:t>
            </a:r>
            <a:br>
              <a:rPr lang="en-AU" sz="1400" dirty="0"/>
            </a:br>
            <a:r>
              <a:rPr lang="en-AU" sz="1400" dirty="0"/>
              <a:t>B  199</a:t>
            </a:r>
          </a:p>
          <a:p>
            <a:r>
              <a:rPr lang="en-AU" sz="1400" b="0" i="0" u="none" strike="noStrike" baseline="0" dirty="0">
                <a:solidFill>
                  <a:schemeClr val="bg1"/>
                </a:solidFill>
              </a:rPr>
              <a:t>#44B1C7</a:t>
            </a:r>
            <a:endParaRPr lang="en-AU" sz="1400" dirty="0">
              <a:solidFill>
                <a:schemeClr val="bg1"/>
              </a:solidFill>
            </a:endParaRPr>
          </a:p>
        </p:txBody>
      </p:sp>
      <p:sp>
        <p:nvSpPr>
          <p:cNvPr id="8" name="Rectangle 7"/>
          <p:cNvSpPr/>
          <p:nvPr/>
        </p:nvSpPr>
        <p:spPr>
          <a:xfrm>
            <a:off x="4679970" y="1795375"/>
            <a:ext cx="1071570" cy="107157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rIns="36000" rtlCol="0" anchor="ctr"/>
          <a:lstStyle/>
          <a:p>
            <a:r>
              <a:rPr lang="en-AU" sz="1400" dirty="0"/>
              <a:t>R  113</a:t>
            </a:r>
            <a:br>
              <a:rPr lang="en-AU" sz="1400" dirty="0"/>
            </a:br>
            <a:r>
              <a:rPr lang="en-AU" sz="1400" dirty="0"/>
              <a:t>G  177</a:t>
            </a:r>
            <a:br>
              <a:rPr lang="en-AU" sz="1400" dirty="0"/>
            </a:br>
            <a:r>
              <a:rPr lang="en-AU" sz="1400" dirty="0"/>
              <a:t>B  109</a:t>
            </a:r>
          </a:p>
          <a:p>
            <a:r>
              <a:rPr lang="en-AU" sz="1400" b="0" i="0" u="none" strike="noStrike" baseline="0" dirty="0">
                <a:solidFill>
                  <a:schemeClr val="bg1"/>
                </a:solidFill>
              </a:rPr>
              <a:t>#72B16D</a:t>
            </a:r>
            <a:endParaRPr lang="en-AU" sz="1400" dirty="0">
              <a:solidFill>
                <a:schemeClr val="bg1"/>
              </a:solidFill>
            </a:endParaRPr>
          </a:p>
        </p:txBody>
      </p:sp>
      <p:sp>
        <p:nvSpPr>
          <p:cNvPr id="19" name="Rectangle 18"/>
          <p:cNvSpPr/>
          <p:nvPr/>
        </p:nvSpPr>
        <p:spPr>
          <a:xfrm>
            <a:off x="5944384" y="1795375"/>
            <a:ext cx="1071570" cy="10715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400" dirty="0">
                <a:solidFill>
                  <a:srgbClr val="333333"/>
                </a:solidFill>
              </a:rPr>
              <a:t>R  247</a:t>
            </a:r>
            <a:br>
              <a:rPr lang="en-AU" sz="1400" dirty="0">
                <a:solidFill>
                  <a:srgbClr val="333333"/>
                </a:solidFill>
              </a:rPr>
            </a:br>
            <a:r>
              <a:rPr lang="en-AU" sz="1400" dirty="0">
                <a:solidFill>
                  <a:srgbClr val="333333"/>
                </a:solidFill>
              </a:rPr>
              <a:t>G  196</a:t>
            </a:r>
            <a:br>
              <a:rPr lang="en-AU" sz="1400" dirty="0">
                <a:solidFill>
                  <a:srgbClr val="333333"/>
                </a:solidFill>
              </a:rPr>
            </a:br>
            <a:r>
              <a:rPr lang="en-AU" sz="1400" dirty="0">
                <a:solidFill>
                  <a:srgbClr val="333333"/>
                </a:solidFill>
              </a:rPr>
              <a:t>B  112</a:t>
            </a:r>
          </a:p>
          <a:p>
            <a:r>
              <a:rPr lang="en-AU" sz="1400" b="0" i="0" u="none" strike="noStrike" baseline="0" dirty="0">
                <a:solidFill>
                  <a:srgbClr val="333333"/>
                </a:solidFill>
              </a:rPr>
              <a:t>#F7C470</a:t>
            </a:r>
            <a:endParaRPr lang="en-AU" sz="1400" dirty="0">
              <a:solidFill>
                <a:srgbClr val="333333"/>
              </a:solidFill>
            </a:endParaRPr>
          </a:p>
        </p:txBody>
      </p:sp>
      <p:sp>
        <p:nvSpPr>
          <p:cNvPr id="20" name="Rectangle 19"/>
          <p:cNvSpPr/>
          <p:nvPr/>
        </p:nvSpPr>
        <p:spPr>
          <a:xfrm>
            <a:off x="7248128" y="1795375"/>
            <a:ext cx="1071570" cy="107157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AU" sz="1400" dirty="0"/>
              <a:t>R  97</a:t>
            </a:r>
            <a:br>
              <a:rPr lang="en-AU" sz="1400" dirty="0"/>
            </a:br>
            <a:r>
              <a:rPr lang="en-AU" sz="1400" dirty="0"/>
              <a:t>G  132</a:t>
            </a:r>
            <a:br>
              <a:rPr lang="en-AU" sz="1400" dirty="0"/>
            </a:br>
            <a:r>
              <a:rPr lang="en-AU" sz="1400" dirty="0"/>
              <a:t>B  80</a:t>
            </a:r>
          </a:p>
          <a:p>
            <a:r>
              <a:rPr lang="en-AU" sz="1400" b="0" i="0" u="none" strike="noStrike" baseline="0" dirty="0">
                <a:solidFill>
                  <a:schemeClr val="bg1"/>
                </a:solidFill>
              </a:rPr>
              <a:t>#618450</a:t>
            </a:r>
            <a:endParaRPr lang="en-AU" sz="1400" dirty="0">
              <a:solidFill>
                <a:schemeClr val="bg1"/>
              </a:solidFill>
            </a:endParaRPr>
          </a:p>
        </p:txBody>
      </p:sp>
      <p:sp>
        <p:nvSpPr>
          <p:cNvPr id="11" name="Rectangle 10">
            <a:extLst>
              <a:ext uri="{FF2B5EF4-FFF2-40B4-BE49-F238E27FC236}">
                <a16:creationId xmlns:a16="http://schemas.microsoft.com/office/drawing/2014/main" id="{D960416F-2C94-3D8D-A9F7-2F8C0EFD08C1}"/>
              </a:ext>
            </a:extLst>
          </p:cNvPr>
          <p:cNvSpPr/>
          <p:nvPr/>
        </p:nvSpPr>
        <p:spPr>
          <a:xfrm>
            <a:off x="721141" y="1795375"/>
            <a:ext cx="1071570" cy="107157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AU" sz="1400" dirty="0"/>
              <a:t>R  88</a:t>
            </a:r>
            <a:br>
              <a:rPr lang="en-AU" sz="1400" dirty="0"/>
            </a:br>
            <a:r>
              <a:rPr lang="en-AU" sz="1400" dirty="0"/>
              <a:t>G  88</a:t>
            </a:r>
            <a:br>
              <a:rPr lang="en-AU" sz="1400" dirty="0"/>
            </a:br>
            <a:r>
              <a:rPr lang="en-AU" sz="1400" dirty="0"/>
              <a:t>B  90</a:t>
            </a:r>
          </a:p>
          <a:p>
            <a:r>
              <a:rPr lang="en-AU" sz="1400" b="0" i="0" u="none" strike="noStrike" baseline="0" dirty="0">
                <a:solidFill>
                  <a:schemeClr val="bg1"/>
                </a:solidFill>
              </a:rPr>
              <a:t>#58585A</a:t>
            </a:r>
            <a:endParaRPr lang="en-AU" sz="1400" dirty="0">
              <a:solidFill>
                <a:schemeClr val="bg1"/>
              </a:solidFill>
            </a:endParaRPr>
          </a:p>
        </p:txBody>
      </p:sp>
    </p:spTree>
    <p:extLst>
      <p:ext uri="{BB962C8B-B14F-4D97-AF65-F5344CB8AC3E}">
        <p14:creationId xmlns:p14="http://schemas.microsoft.com/office/powerpoint/2010/main" val="79909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Pie chart example</a:t>
            </a:r>
            <a:endParaRPr lang="en-AU" dirty="0"/>
          </a:p>
        </p:txBody>
      </p:sp>
      <p:graphicFrame>
        <p:nvGraphicFramePr>
          <p:cNvPr id="4" name="Content Placeholder 3" descr="Pie chart exmaple image"/>
          <p:cNvGraphicFramePr>
            <a:graphicFrameLocks noGrp="1"/>
          </p:cNvGraphicFramePr>
          <p:nvPr>
            <p:ph idx="1"/>
            <p:extLst>
              <p:ext uri="{D42A27DB-BD31-4B8C-83A1-F6EECF244321}">
                <p14:modId xmlns:p14="http://schemas.microsoft.com/office/powerpoint/2010/main" val="507515247"/>
              </p:ext>
            </p:extLst>
          </p:nvPr>
        </p:nvGraphicFramePr>
        <p:xfrm>
          <a:off x="527050" y="1196975"/>
          <a:ext cx="11137900" cy="4535488"/>
        </p:xfrm>
        <a:graphic>
          <a:graphicData uri="http://schemas.openxmlformats.org/drawingml/2006/chart">
            <c:chart xmlns:c="http://schemas.openxmlformats.org/drawingml/2006/chart" xmlns:r="http://schemas.openxmlformats.org/officeDocument/2006/relationships" r:id="rId2"/>
          </a:graphicData>
        </a:graphic>
      </p:graphicFrame>
      <p:sp>
        <p:nvSpPr>
          <p:cNvPr id="6" name="Footer Placeholder 5"/>
          <p:cNvSpPr>
            <a:spLocks noGrp="1"/>
          </p:cNvSpPr>
          <p:nvPr>
            <p:ph type="ftr" sz="quarter" idx="10"/>
          </p:nvPr>
        </p:nvSpPr>
        <p:spPr/>
        <p:txBody>
          <a:bodyPr/>
          <a:lstStyle/>
          <a:p>
            <a:r>
              <a:rPr lang="en-AU"/>
              <a:t>V[XX] Effective: [MM/YYYY] Review: [MM/YYYY]</a:t>
            </a:r>
            <a:endParaRPr lang="en-AU" dirty="0"/>
          </a:p>
        </p:txBody>
      </p:sp>
      <p:sp>
        <p:nvSpPr>
          <p:cNvPr id="7" name="Slide Number Placeholder 6"/>
          <p:cNvSpPr>
            <a:spLocks noGrp="1"/>
          </p:cNvSpPr>
          <p:nvPr>
            <p:ph type="sldNum" sz="quarter" idx="11"/>
          </p:nvPr>
        </p:nvSpPr>
        <p:spPr/>
        <p:txBody>
          <a:bodyPr/>
          <a:lstStyle/>
          <a:p>
            <a:fld id="{E917DE0E-AFB1-41FD-BC35-27DB61CA125F}" type="slidenum">
              <a:rPr lang="en-AU" smtClean="0"/>
              <a:pPr/>
              <a:t>16</a:t>
            </a:fld>
            <a:endParaRPr lang="en-AU" dirty="0"/>
          </a:p>
        </p:txBody>
      </p:sp>
    </p:spTree>
    <p:extLst>
      <p:ext uri="{BB962C8B-B14F-4D97-AF65-F5344CB8AC3E}">
        <p14:creationId xmlns:p14="http://schemas.microsoft.com/office/powerpoint/2010/main" val="17413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SmartArt example – Single colour</a:t>
            </a:r>
            <a:endParaRPr lang="en-AU" dirty="0"/>
          </a:p>
        </p:txBody>
      </p:sp>
      <p:graphicFrame>
        <p:nvGraphicFramePr>
          <p:cNvPr id="4" name="Content Placeholder 3" descr="Smart art single colour exmaple image"/>
          <p:cNvGraphicFramePr>
            <a:graphicFrameLocks noGrp="1"/>
          </p:cNvGraphicFramePr>
          <p:nvPr>
            <p:ph idx="1"/>
            <p:extLst>
              <p:ext uri="{D42A27DB-BD31-4B8C-83A1-F6EECF244321}">
                <p14:modId xmlns:p14="http://schemas.microsoft.com/office/powerpoint/2010/main" val="730095683"/>
              </p:ext>
            </p:extLst>
          </p:nvPr>
        </p:nvGraphicFramePr>
        <p:xfrm>
          <a:off x="527050" y="1196975"/>
          <a:ext cx="11137900" cy="4535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0"/>
          </p:nvPr>
        </p:nvSpPr>
        <p:spPr/>
        <p:txBody>
          <a:bodyPr/>
          <a:lstStyle/>
          <a:p>
            <a:r>
              <a:rPr lang="en-AU"/>
              <a:t>V[XX] Effective: [MM/YYYY] Review: [MM/YYYY]</a:t>
            </a:r>
            <a:endParaRPr lang="en-AU" dirty="0"/>
          </a:p>
        </p:txBody>
      </p:sp>
      <p:sp>
        <p:nvSpPr>
          <p:cNvPr id="7" name="Slide Number Placeholder 6"/>
          <p:cNvSpPr>
            <a:spLocks noGrp="1"/>
          </p:cNvSpPr>
          <p:nvPr>
            <p:ph type="sldNum" sz="quarter" idx="11"/>
          </p:nvPr>
        </p:nvSpPr>
        <p:spPr/>
        <p:txBody>
          <a:bodyPr/>
          <a:lstStyle/>
          <a:p>
            <a:fld id="{E917DE0E-AFB1-41FD-BC35-27DB61CA125F}" type="slidenum">
              <a:rPr lang="en-AU" smtClean="0"/>
              <a:pPr/>
              <a:t>17</a:t>
            </a:fld>
            <a:endParaRPr lang="en-AU" dirty="0"/>
          </a:p>
        </p:txBody>
      </p:sp>
    </p:spTree>
    <p:extLst>
      <p:ext uri="{BB962C8B-B14F-4D97-AF65-F5344CB8AC3E}">
        <p14:creationId xmlns:p14="http://schemas.microsoft.com/office/powerpoint/2010/main" val="391685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SmartArt example  – Multi colour</a:t>
            </a:r>
            <a:endParaRPr lang="en-AU" dirty="0"/>
          </a:p>
        </p:txBody>
      </p:sp>
      <p:graphicFrame>
        <p:nvGraphicFramePr>
          <p:cNvPr id="4" name="Content Placeholder 3" descr="Smart art multi colour exmaple image"/>
          <p:cNvGraphicFramePr>
            <a:graphicFrameLocks noGrp="1"/>
          </p:cNvGraphicFramePr>
          <p:nvPr>
            <p:ph idx="1"/>
            <p:extLst>
              <p:ext uri="{D42A27DB-BD31-4B8C-83A1-F6EECF244321}">
                <p14:modId xmlns:p14="http://schemas.microsoft.com/office/powerpoint/2010/main" val="2592716417"/>
              </p:ext>
            </p:extLst>
          </p:nvPr>
        </p:nvGraphicFramePr>
        <p:xfrm>
          <a:off x="527050" y="1196975"/>
          <a:ext cx="11137900" cy="4535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0"/>
          </p:nvPr>
        </p:nvSpPr>
        <p:spPr/>
        <p:txBody>
          <a:bodyPr/>
          <a:lstStyle/>
          <a:p>
            <a:r>
              <a:rPr lang="en-AU"/>
              <a:t>V[XX] Effective: [MM/YYYY] Review: [MM/YYYY]</a:t>
            </a:r>
            <a:endParaRPr lang="en-AU" dirty="0"/>
          </a:p>
        </p:txBody>
      </p:sp>
      <p:sp>
        <p:nvSpPr>
          <p:cNvPr id="7" name="Slide Number Placeholder 6"/>
          <p:cNvSpPr>
            <a:spLocks noGrp="1"/>
          </p:cNvSpPr>
          <p:nvPr>
            <p:ph type="sldNum" sz="quarter" idx="11"/>
          </p:nvPr>
        </p:nvSpPr>
        <p:spPr/>
        <p:txBody>
          <a:bodyPr/>
          <a:lstStyle/>
          <a:p>
            <a:fld id="{E917DE0E-AFB1-41FD-BC35-27DB61CA125F}" type="slidenum">
              <a:rPr lang="en-AU" smtClean="0"/>
              <a:pPr/>
              <a:t>18</a:t>
            </a:fld>
            <a:endParaRPr lang="en-AU" dirty="0"/>
          </a:p>
        </p:txBody>
      </p:sp>
    </p:spTree>
    <p:extLst>
      <p:ext uri="{BB962C8B-B14F-4D97-AF65-F5344CB8AC3E}">
        <p14:creationId xmlns:p14="http://schemas.microsoft.com/office/powerpoint/2010/main" val="2099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HHHS">
  <a:themeElements>
    <a:clrScheme name="CHHHS Presentation">
      <a:dk1>
        <a:sysClr val="windowText" lastClr="000000"/>
      </a:dk1>
      <a:lt1>
        <a:sysClr val="window" lastClr="FFFFFF"/>
      </a:lt1>
      <a:dk2>
        <a:srgbClr val="348693"/>
      </a:dk2>
      <a:lt2>
        <a:srgbClr val="E7E6E6"/>
      </a:lt2>
      <a:accent1>
        <a:srgbClr val="618450"/>
      </a:accent1>
      <a:accent2>
        <a:srgbClr val="71B16D"/>
      </a:accent2>
      <a:accent3>
        <a:srgbClr val="44B1C7"/>
      </a:accent3>
      <a:accent4>
        <a:srgbClr val="F7C470"/>
      </a:accent4>
      <a:accent5>
        <a:srgbClr val="348693"/>
      </a:accent5>
      <a:accent6>
        <a:srgbClr val="636569"/>
      </a:accent6>
      <a:hlink>
        <a:srgbClr val="618450"/>
      </a:hlink>
      <a:folHlink>
        <a:srgbClr val="71B16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nhhs-powerpoint-wide-lr" id="{0398BD9F-4BEA-A74D-AC13-EA075157E278}" vid="{A4F15603-CCFD-8245-BB04-F3116E3FF3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50D9894A26AB4899CC8AF478561309" ma:contentTypeVersion="17" ma:contentTypeDescription="Create a new document." ma:contentTypeScope="" ma:versionID="656a2c793ea3eb047ae37ebbd985c6e6">
  <xsd:schema xmlns:xsd="http://www.w3.org/2001/XMLSchema" xmlns:xs="http://www.w3.org/2001/XMLSchema" xmlns:p="http://schemas.microsoft.com/office/2006/metadata/properties" xmlns:ns2="97becbf7-fef3-48bd-acf4-b0783eb71c5a" xmlns:ns3="6a60e770-606a-4435-8034-97d279326c4d" xmlns:ns4="3e035340-2944-4727-9f74-27603fa6c14a" targetNamespace="http://schemas.microsoft.com/office/2006/metadata/properties" ma:root="true" ma:fieldsID="3f5975477f4db49055988dbd3d844b24" ns2:_="" ns3:_="" ns4:_="">
    <xsd:import namespace="97becbf7-fef3-48bd-acf4-b0783eb71c5a"/>
    <xsd:import namespace="6a60e770-606a-4435-8034-97d279326c4d"/>
    <xsd:import namespace="3e035340-2944-4727-9f74-27603fa6c14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becbf7-fef3-48bd-acf4-b0783eb71c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8e950ff-f1bc-4f65-9ab7-38c216eebb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a60e770-606a-4435-8034-97d279326c4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e035340-2944-4727-9f74-27603fa6c14a"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ceb44ec2-fda2-4284-a175-0a52f1db559f}" ma:internalName="TaxCatchAll" ma:showField="CatchAllData" ma:web="6a60e770-606a-4435-8034-97d279326c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e035340-2944-4727-9f74-27603fa6c14a" xsi:nil="true"/>
    <lcf76f155ced4ddcb4097134ff3c332f xmlns="97becbf7-fef3-48bd-acf4-b0783eb71c5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1DAB245-50A5-4874-9C63-F7F37E80BF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becbf7-fef3-48bd-acf4-b0783eb71c5a"/>
    <ds:schemaRef ds:uri="6a60e770-606a-4435-8034-97d279326c4d"/>
    <ds:schemaRef ds:uri="3e035340-2944-4727-9f74-27603fa6c1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65FD3F-B291-4353-86F7-9B8D9EB21A34}">
  <ds:schemaRefs>
    <ds:schemaRef ds:uri="http://schemas.microsoft.com/sharepoint/v3/contenttype/forms"/>
  </ds:schemaRefs>
</ds:datastoreItem>
</file>

<file path=customXml/itemProps3.xml><?xml version="1.0" encoding="utf-8"?>
<ds:datastoreItem xmlns:ds="http://schemas.openxmlformats.org/officeDocument/2006/customXml" ds:itemID="{E9EA7639-C6E2-4A1F-A6D1-4B9D8F3CA202}">
  <ds:schemaRefs>
    <ds:schemaRef ds:uri="97becbf7-fef3-48bd-acf4-b0783eb71c5a"/>
    <ds:schemaRef ds:uri="http://schemas.microsoft.com/office/2006/documentManagement/types"/>
    <ds:schemaRef ds:uri="http://schemas.openxmlformats.org/package/2006/metadata/core-properties"/>
    <ds:schemaRef ds:uri="http://purl.org/dc/elements/1.1/"/>
    <ds:schemaRef ds:uri="http://www.w3.org/XML/1998/namespace"/>
    <ds:schemaRef ds:uri="http://schemas.microsoft.com/office/2006/metadata/properties"/>
    <ds:schemaRef ds:uri="http://purl.org/dc/terms/"/>
    <ds:schemaRef ds:uri="http://schemas.microsoft.com/office/infopath/2007/PartnerControls"/>
    <ds:schemaRef ds:uri="3e035340-2944-4727-9f74-27603fa6c14a"/>
    <ds:schemaRef ds:uri="6a60e770-606a-4435-8034-97d279326c4d"/>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mnhhs-powerpoint-wide</Template>
  <TotalTime>4246</TotalTime>
  <Words>776</Words>
  <Application>Microsoft Office PowerPoint</Application>
  <PresentationFormat>Widescreen</PresentationFormat>
  <Paragraphs>107</Paragraphs>
  <Slides>18</Slides>
  <Notes>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CHHHS</vt:lpstr>
      <vt:lpstr>How to use this template</vt:lpstr>
      <vt:lpstr>Available slide layouts</vt:lpstr>
      <vt:lpstr>PowerPoint Presentation</vt:lpstr>
      <vt:lpstr>PowerPoint Presentation</vt:lpstr>
      <vt:lpstr>PowerPoint Presentation</vt:lpstr>
      <vt:lpstr>PowerPoint Presentation</vt:lpstr>
      <vt:lpstr>PowerPoint Presentation</vt:lpstr>
      <vt:lpstr>Our Shared Values</vt:lpstr>
      <vt:lpstr>PowerPoint Presentation</vt:lpstr>
      <vt:lpstr>PowerPoint Presentation</vt:lpstr>
      <vt:lpstr>PowerPoint Presentation</vt:lpstr>
      <vt:lpstr>PowerPoint Presentation</vt:lpstr>
      <vt:lpstr>PowerPoint Presentation</vt:lpstr>
      <vt:lpstr>PowerPoint Presentation</vt:lpstr>
      <vt:lpstr>CHHHS colours</vt:lpstr>
      <vt:lpstr>Pie chart example</vt:lpstr>
      <vt:lpstr>SmartArt example – Single colour</vt:lpstr>
      <vt:lpstr>SmartArt example  – Multi colour</vt:lpstr>
    </vt:vector>
  </TitlesOfParts>
  <Company>Cairns and Hinterland Hospital and Health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CHHHS PowerPoint template</dc:subject>
  <dc:creator>Karrissa Armstrong</dc:creator>
  <cp:lastModifiedBy>Karrissa Armstrong</cp:lastModifiedBy>
  <cp:revision>20</cp:revision>
  <dcterms:created xsi:type="dcterms:W3CDTF">2025-06-24T04:55:48Z</dcterms:created>
  <dcterms:modified xsi:type="dcterms:W3CDTF">2025-08-20T04:40:19Z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0x0101007D50D9894A26AB4899CC8AF478561309</vt:lpwstr>
  </property>
  <property fmtid="{D5CDD505-2E9C-101B-9397-08002B2CF9AE}" pid="3" name="MediaServiceImageTags">
    <vt:lpwstr/>
  </property>
</Properties>
</file>