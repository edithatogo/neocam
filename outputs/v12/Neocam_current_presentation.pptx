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793" userDrawn="1">
          <p15:clr>
            <a:srgbClr val="A4A3A4"/>
          </p15:clr>
        </p15:guide>
        <p15:guide id="4" pos="7348" userDrawn="1">
          <p15:clr>
            <a:srgbClr val="A4A3A4"/>
          </p15:clr>
        </p15:guide>
        <p15:guide id="5" pos="3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8996"/>
    <a:srgbClr val="2F7C86"/>
    <a:srgbClr val="618450"/>
    <a:srgbClr val="F7C470"/>
    <a:srgbClr val="71B16D"/>
    <a:srgbClr val="44B1C7"/>
    <a:srgbClr val="348693"/>
    <a:srgbClr val="636569"/>
    <a:srgbClr val="333333"/>
    <a:srgbClr val="0021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654" autoAdjust="0"/>
  </p:normalViewPr>
  <p:slideViewPr>
    <p:cSldViewPr showGuides="1">
      <p:cViewPr varScale="1">
        <p:scale>
          <a:sx n="107" d="100"/>
          <a:sy n="107" d="100"/>
        </p:scale>
        <p:origin x="672" y="102"/>
      </p:cViewPr>
      <p:guideLst>
        <p:guide orient="horz" pos="2160"/>
        <p:guide pos="3840"/>
        <p:guide orient="horz" pos="3793"/>
        <p:guide pos="7348"/>
        <p:guide pos="3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1" d="100"/>
          <a:sy n="81" d="100"/>
        </p:scale>
        <p:origin x="-2370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23" Type="http://schemas.openxmlformats.org/officeDocument/2006/relationships/notesMaster" Target="notesMasters/notesMaster1.xml"/><Relationship Id="rId24" Type="http://schemas.openxmlformats.org/officeDocument/2006/relationships/handoutMaster" Target="handoutMasters/handout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A36AD-C140-47B5-A0AA-2808AF1C1C9D}" type="datetimeFigureOut">
              <a:rPr lang="en-AU" smtClean="0"/>
              <a:t>20/08/2025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420D9-E2BA-4BD5-B845-F55DFC0118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9784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3829E-EB69-4A98-9D54-8D6822520B27}" type="datetimeFigureOut">
              <a:rPr lang="en-AU" smtClean="0"/>
              <a:t>20/08/2025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05BAA-92F6-4DEA-A832-E4B15A2F52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997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1: Title Slid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9F1907A-2A0D-9041-A237-4C30EC62A1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" r="16"/>
          <a:stretch/>
        </p:blipFill>
        <p:spPr>
          <a:xfrm>
            <a:off x="4873" y="538"/>
            <a:ext cx="12190088" cy="6856924"/>
          </a:xfrm>
          <a:prstGeom prst="rect">
            <a:avLst/>
          </a:prstGeom>
          <a:noFill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EC6EB99-D74E-C855-C68E-EB71E16D0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464" y="3034986"/>
            <a:ext cx="7704856" cy="1232637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3D3B9A-8098-B3E1-10B6-FFD376D638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1464" y="4267623"/>
            <a:ext cx="5064894" cy="73154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1F0B31D-1181-0EF1-44E0-67F2DC1D70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71464" y="2662385"/>
            <a:ext cx="7704856" cy="372601"/>
          </a:xfrm>
        </p:spPr>
        <p:txBody>
          <a:bodyPr anchor="ctr">
            <a:noAutofit/>
          </a:bodyPr>
          <a:lstStyle>
            <a:lvl1pPr marL="0" indent="0" algn="l"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Facility/Service/Clinical Stream name</a:t>
            </a: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ECFE71DE-9D8A-A481-D1D5-680CCEB9702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923593" y="6071172"/>
            <a:ext cx="4344814" cy="217124"/>
          </a:xfrm>
        </p:spPr>
        <p:txBody>
          <a:bodyPr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AU"/>
              <a:t>V[XX] Effective: [MM/YYYY] Review: [MM/YYYY]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7274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2: Title Slid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9F1907A-2A0D-9041-A237-4C30EC62A1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873" y="538"/>
            <a:ext cx="12190088" cy="6856924"/>
          </a:xfrm>
          <a:prstGeom prst="rect">
            <a:avLst/>
          </a:prstGeom>
          <a:noFill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EC6EB99-D74E-C855-C68E-EB71E16D0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464" y="3034986"/>
            <a:ext cx="7704856" cy="1232637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3D3B9A-8098-B3E1-10B6-FFD376D638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1464" y="4267623"/>
            <a:ext cx="5064894" cy="73154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ECFE71DE-9D8A-A481-D1D5-680CCEB9702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923593" y="6071172"/>
            <a:ext cx="4344814" cy="217124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V[XX] Effective: [MM/YYYY] Review: [MM/YYYY]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5E9BED-BB54-F9E9-59DE-F50E7C29DB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71464" y="2662058"/>
            <a:ext cx="7704856" cy="372601"/>
          </a:xfrm>
        </p:spPr>
        <p:txBody>
          <a:bodyPr anchor="ctr">
            <a:no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Facility/Service/Clinical Stream name</a:t>
            </a:r>
          </a:p>
        </p:txBody>
      </p:sp>
    </p:spTree>
    <p:extLst>
      <p:ext uri="{BB962C8B-B14F-4D97-AF65-F5344CB8AC3E}">
        <p14:creationId xmlns:p14="http://schemas.microsoft.com/office/powerpoint/2010/main" val="2097130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3: Title Slide -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47646E0-D02D-764A-A180-27F94ED722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2092"/>
            <a:ext cx="12190090" cy="68569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631E3E-BB6C-F182-3CC5-6EB2CC601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424" y="1001401"/>
            <a:ext cx="5064894" cy="1232637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F6B660F-D62D-85B9-A887-670F382C3D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424" y="2234038"/>
            <a:ext cx="5064894" cy="73965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EEDFF94-20D8-05A8-16DD-6535728476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1424" y="620687"/>
            <a:ext cx="6696744" cy="380713"/>
          </a:xfrm>
        </p:spPr>
        <p:txBody>
          <a:bodyPr anchor="ctr">
            <a:noAutofit/>
          </a:bodyPr>
          <a:lstStyle>
            <a:lvl1pPr marL="0" indent="0" algn="l">
              <a:buNone/>
              <a:defRPr sz="16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Facility/Service/Clinical Stream name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11AE1-9D26-BD71-6198-763E63B501B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923593" y="6267159"/>
            <a:ext cx="4344814" cy="217124"/>
          </a:xfrm>
        </p:spPr>
        <p:txBody>
          <a:bodyPr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AU"/>
              <a:t>V[XX] Effective: [MM/YYYY] Review: [MM/YYYY]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1696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4: Title Slide - Ad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47646E0-D02D-764A-A180-27F94ED722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12092"/>
            <a:ext cx="12190088" cy="68569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631E3E-BB6C-F182-3CC5-6EB2CC601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424" y="1001401"/>
            <a:ext cx="5064894" cy="1232637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F6B660F-D62D-85B9-A887-670F382C3D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424" y="2234038"/>
            <a:ext cx="5064894" cy="73965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EEDFF94-20D8-05A8-16DD-6535728476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1424" y="620688"/>
            <a:ext cx="6768752" cy="380712"/>
          </a:xfrm>
        </p:spPr>
        <p:txBody>
          <a:bodyPr anchor="ctr">
            <a:noAutofit/>
          </a:bodyPr>
          <a:lstStyle>
            <a:lvl1pPr marL="0" indent="0" algn="l">
              <a:buNone/>
              <a:defRPr sz="16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Facility/Service/Clinical Stream name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59F62465-4BA9-DAD5-8382-3E2B365E86F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923593" y="6267159"/>
            <a:ext cx="4344814" cy="217124"/>
          </a:xfrm>
        </p:spPr>
        <p:txBody>
          <a:bodyPr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AU"/>
              <a:t>V[XX] Effective: [MM/YYYY] Review: [MM/YYYY]</a:t>
            </a:r>
            <a:endParaRPr lang="en-AU" dirty="0"/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3A3D4788-48E9-63E9-4914-6721B09E75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7349" y="3255914"/>
            <a:ext cx="2880320" cy="2369105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AU" dirty="0"/>
              <a:t>Click icon to add picture</a:t>
            </a:r>
          </a:p>
        </p:txBody>
      </p:sp>
      <p:sp>
        <p:nvSpPr>
          <p:cNvPr id="7" name="Picture Placeholder 1">
            <a:extLst>
              <a:ext uri="{FF2B5EF4-FFF2-40B4-BE49-F238E27FC236}">
                <a16:creationId xmlns:a16="http://schemas.microsoft.com/office/drawing/2014/main" id="{612C6935-D3B1-5BCF-7EFA-CC8B6F8B485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71664" y="3255913"/>
            <a:ext cx="2376264" cy="2369105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AU" dirty="0"/>
              <a:t>Click icon to add picture</a:t>
            </a:r>
          </a:p>
        </p:txBody>
      </p:sp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15F8AF09-6AE2-D56D-70EB-D4045D0BFC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47928" y="3255912"/>
            <a:ext cx="2880320" cy="2369105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AU" dirty="0"/>
              <a:t>Click icon to add picture</a:t>
            </a:r>
          </a:p>
        </p:txBody>
      </p:sp>
      <p:sp>
        <p:nvSpPr>
          <p:cNvPr id="10" name="Picture Placeholder 1">
            <a:extLst>
              <a:ext uri="{FF2B5EF4-FFF2-40B4-BE49-F238E27FC236}">
                <a16:creationId xmlns:a16="http://schemas.microsoft.com/office/drawing/2014/main" id="{399894F7-52FF-35CC-5885-EEA491D713C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328247" y="3255911"/>
            <a:ext cx="3656403" cy="2369105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AU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54995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colorful pattern&#10;&#10;AI-generated content may be incorrect.">
            <a:extLst>
              <a:ext uri="{FF2B5EF4-FFF2-40B4-BE49-F238E27FC236}">
                <a16:creationId xmlns:a16="http://schemas.microsoft.com/office/drawing/2014/main" id="{4F4A9E84-CAA1-D97C-AFCC-8B8A5946A6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8683" y="0"/>
            <a:ext cx="12240683" cy="688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3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lue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person&#10;&#10;AI-generated content may be incorrect.">
            <a:extLst>
              <a:ext uri="{FF2B5EF4-FFF2-40B4-BE49-F238E27FC236}">
                <a16:creationId xmlns:a16="http://schemas.microsoft.com/office/drawing/2014/main" id="{A3ABA756-B635-F2B2-F592-98113A9DFB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blue and black icons with text&#10;&#10;AI-generated content may be incorrect.">
            <a:extLst>
              <a:ext uri="{FF2B5EF4-FFF2-40B4-BE49-F238E27FC236}">
                <a16:creationId xmlns:a16="http://schemas.microsoft.com/office/drawing/2014/main" id="{F8E54A2E-BC29-E2C3-866F-65D535AF4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29360" y="1916832"/>
            <a:ext cx="7333280" cy="189177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36E71C82-E4B6-21BF-6567-2E721E007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51" y="260648"/>
            <a:ext cx="11137568" cy="634082"/>
          </a:xfrm>
        </p:spPr>
        <p:txBody>
          <a:bodyPr>
            <a:normAutofit/>
          </a:bodyPr>
          <a:lstStyle>
            <a:lvl1pPr>
              <a:defRPr lang="en-AU" sz="28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075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47646E0-D02D-764A-A180-27F94ED722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12092"/>
            <a:ext cx="12190088" cy="68569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631E3E-BB6C-F182-3CC5-6EB2CC601B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424" y="1577465"/>
            <a:ext cx="5064894" cy="1232637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Section title style</a:t>
            </a:r>
            <a:endParaRPr lang="en-AU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F6B660F-D62D-85B9-A887-670F382C3D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424" y="2973691"/>
            <a:ext cx="5064894" cy="57606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11AE1-9D26-BD71-6198-763E63B501B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923593" y="6267159"/>
            <a:ext cx="4344814" cy="217124"/>
          </a:xfrm>
        </p:spPr>
        <p:txBody>
          <a:bodyPr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AU"/>
              <a:t>V[XX] Effective: [MM/YYYY] Review: [MM/YYYY]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68826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pt1: Content Page -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person&#10;&#10;AI-generated content may be incorrect.">
            <a:extLst>
              <a:ext uri="{FF2B5EF4-FFF2-40B4-BE49-F238E27FC236}">
                <a16:creationId xmlns:a16="http://schemas.microsoft.com/office/drawing/2014/main" id="{A3ABA756-B635-F2B2-F592-98113A9DFB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7051" y="260648"/>
            <a:ext cx="11137568" cy="634082"/>
          </a:xfrm>
        </p:spPr>
        <p:txBody>
          <a:bodyPr>
            <a:normAutofit/>
          </a:bodyPr>
          <a:lstStyle>
            <a:lvl1pPr>
              <a:defRPr lang="en-AU" sz="28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051" y="1196752"/>
            <a:ext cx="11137568" cy="4536504"/>
          </a:xfr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 lang="en-US" dirty="0" smtClean="0"/>
            </a:lvl1pPr>
            <a:lvl2pPr>
              <a:spcBef>
                <a:spcPts val="0"/>
              </a:spcBef>
              <a:spcAft>
                <a:spcPts val="300"/>
              </a:spcAft>
              <a:defRPr lang="en-US" dirty="0" smtClean="0"/>
            </a:lvl2pPr>
            <a:lvl3pPr>
              <a:spcBef>
                <a:spcPts val="0"/>
              </a:spcBef>
              <a:spcAft>
                <a:spcPts val="300"/>
              </a:spcAft>
              <a:defRPr lang="en-US" dirty="0" smtClean="0"/>
            </a:lvl3pPr>
            <a:lvl4pPr>
              <a:defRPr>
                <a:solidFill>
                  <a:schemeClr val="accent3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527050" y="5948780"/>
            <a:ext cx="9505388" cy="216023"/>
          </a:xfrm>
        </p:spPr>
        <p:txBody>
          <a:bodyPr/>
          <a:lstStyle/>
          <a:p>
            <a:r>
              <a:rPr lang="en-AU" dirty="0"/>
              <a:t>V[XX] Effective: [MM/YYYY] Review: [MM/YYYY]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141578" y="5951450"/>
            <a:ext cx="523373" cy="217125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20305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pt2: Content Page -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3ABA756-B635-F2B2-F592-98113A9DFB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7051" y="260648"/>
            <a:ext cx="11137568" cy="634082"/>
          </a:xfrm>
        </p:spPr>
        <p:txBody>
          <a:bodyPr>
            <a:normAutofit/>
          </a:bodyPr>
          <a:lstStyle>
            <a:lvl1pPr>
              <a:defRPr lang="en-AU" sz="28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051" y="1196752"/>
            <a:ext cx="11137568" cy="4536504"/>
          </a:xfr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 lang="en-US" dirty="0" smtClean="0"/>
            </a:lvl1pPr>
            <a:lvl2pPr>
              <a:spcBef>
                <a:spcPts val="0"/>
              </a:spcBef>
              <a:spcAft>
                <a:spcPts val="300"/>
              </a:spcAft>
              <a:defRPr lang="en-US" dirty="0" smtClean="0"/>
            </a:lvl2pPr>
            <a:lvl3pPr>
              <a:spcBef>
                <a:spcPts val="0"/>
              </a:spcBef>
              <a:spcAft>
                <a:spcPts val="300"/>
              </a:spcAft>
              <a:defRPr lang="en-US" dirty="0" smtClean="0"/>
            </a:lvl3pPr>
            <a:lvl4pPr>
              <a:defRPr>
                <a:solidFill>
                  <a:schemeClr val="accent3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527050" y="5948780"/>
            <a:ext cx="9505388" cy="216023"/>
          </a:xfrm>
        </p:spPr>
        <p:txBody>
          <a:bodyPr/>
          <a:lstStyle/>
          <a:p>
            <a:r>
              <a:rPr lang="en-AU" dirty="0"/>
              <a:t>V[XX] Effective: [MM/YYYY] Review: [MM/YYYY]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141578" y="5951450"/>
            <a:ext cx="523373" cy="217125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72931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3: Content Page - Imag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3ABA756-B635-F2B2-F592-98113A9DFB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1FE4DE18-0F66-2A47-C308-889FD1CA303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40015" y="226832"/>
            <a:ext cx="5682238" cy="613036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1638"/>
              <a:gd name="connsiteY0" fmla="*/ 10000 h 10000"/>
              <a:gd name="connsiteX1" fmla="*/ 3638 w 11638"/>
              <a:gd name="connsiteY1" fmla="*/ 0 h 10000"/>
              <a:gd name="connsiteX2" fmla="*/ 11638 w 11638"/>
              <a:gd name="connsiteY2" fmla="*/ 0 h 10000"/>
              <a:gd name="connsiteX3" fmla="*/ 9638 w 11638"/>
              <a:gd name="connsiteY3" fmla="*/ 10000 h 10000"/>
              <a:gd name="connsiteX4" fmla="*/ 0 w 11638"/>
              <a:gd name="connsiteY4" fmla="*/ 10000 h 10000"/>
              <a:gd name="connsiteX0" fmla="*/ 0 w 11638"/>
              <a:gd name="connsiteY0" fmla="*/ 10016 h 10016"/>
              <a:gd name="connsiteX1" fmla="*/ 3773 w 11638"/>
              <a:gd name="connsiteY1" fmla="*/ 0 h 10016"/>
              <a:gd name="connsiteX2" fmla="*/ 11638 w 11638"/>
              <a:gd name="connsiteY2" fmla="*/ 16 h 10016"/>
              <a:gd name="connsiteX3" fmla="*/ 9638 w 11638"/>
              <a:gd name="connsiteY3" fmla="*/ 10016 h 10016"/>
              <a:gd name="connsiteX4" fmla="*/ 0 w 11638"/>
              <a:gd name="connsiteY4" fmla="*/ 10016 h 10016"/>
              <a:gd name="connsiteX0" fmla="*/ 0 w 9638"/>
              <a:gd name="connsiteY0" fmla="*/ 10016 h 10016"/>
              <a:gd name="connsiteX1" fmla="*/ 3773 w 9638"/>
              <a:gd name="connsiteY1" fmla="*/ 0 h 10016"/>
              <a:gd name="connsiteX2" fmla="*/ 8845 w 9638"/>
              <a:gd name="connsiteY2" fmla="*/ 16 h 10016"/>
              <a:gd name="connsiteX3" fmla="*/ 9638 w 9638"/>
              <a:gd name="connsiteY3" fmla="*/ 10016 h 10016"/>
              <a:gd name="connsiteX4" fmla="*/ 0 w 9638"/>
              <a:gd name="connsiteY4" fmla="*/ 10016 h 10016"/>
              <a:gd name="connsiteX0" fmla="*/ 0 w 9240"/>
              <a:gd name="connsiteY0" fmla="*/ 10000 h 10000"/>
              <a:gd name="connsiteX1" fmla="*/ 3915 w 9240"/>
              <a:gd name="connsiteY1" fmla="*/ 0 h 10000"/>
              <a:gd name="connsiteX2" fmla="*/ 9177 w 9240"/>
              <a:gd name="connsiteY2" fmla="*/ 16 h 10000"/>
              <a:gd name="connsiteX3" fmla="*/ 9011 w 9240"/>
              <a:gd name="connsiteY3" fmla="*/ 9990 h 10000"/>
              <a:gd name="connsiteX4" fmla="*/ 0 w 9240"/>
              <a:gd name="connsiteY4" fmla="*/ 10000 h 10000"/>
              <a:gd name="connsiteX0" fmla="*/ 0 w 10027"/>
              <a:gd name="connsiteY0" fmla="*/ 10000 h 10000"/>
              <a:gd name="connsiteX1" fmla="*/ 4237 w 10027"/>
              <a:gd name="connsiteY1" fmla="*/ 0 h 10000"/>
              <a:gd name="connsiteX2" fmla="*/ 9932 w 10027"/>
              <a:gd name="connsiteY2" fmla="*/ 16 h 10000"/>
              <a:gd name="connsiteX3" fmla="*/ 10012 w 10027"/>
              <a:gd name="connsiteY3" fmla="*/ 10000 h 10000"/>
              <a:gd name="connsiteX4" fmla="*/ 0 w 10027"/>
              <a:gd name="connsiteY4" fmla="*/ 10000 h 10000"/>
              <a:gd name="connsiteX0" fmla="*/ 0 w 10096"/>
              <a:gd name="connsiteY0" fmla="*/ 10000 h 10000"/>
              <a:gd name="connsiteX1" fmla="*/ 4237 w 10096"/>
              <a:gd name="connsiteY1" fmla="*/ 0 h 10000"/>
              <a:gd name="connsiteX2" fmla="*/ 9932 w 10096"/>
              <a:gd name="connsiteY2" fmla="*/ 16 h 10000"/>
              <a:gd name="connsiteX3" fmla="*/ 10012 w 10096"/>
              <a:gd name="connsiteY3" fmla="*/ 10000 h 10000"/>
              <a:gd name="connsiteX4" fmla="*/ 0 w 10096"/>
              <a:gd name="connsiteY4" fmla="*/ 10000 h 10000"/>
              <a:gd name="connsiteX0" fmla="*/ 0 w 10096"/>
              <a:gd name="connsiteY0" fmla="*/ 10014 h 10014"/>
              <a:gd name="connsiteX1" fmla="*/ 4237 w 10096"/>
              <a:gd name="connsiteY1" fmla="*/ 14 h 10014"/>
              <a:gd name="connsiteX2" fmla="*/ 9932 w 10096"/>
              <a:gd name="connsiteY2" fmla="*/ 0 h 10014"/>
              <a:gd name="connsiteX3" fmla="*/ 10012 w 10096"/>
              <a:gd name="connsiteY3" fmla="*/ 10014 h 10014"/>
              <a:gd name="connsiteX4" fmla="*/ 0 w 10096"/>
              <a:gd name="connsiteY4" fmla="*/ 10014 h 10014"/>
              <a:gd name="connsiteX0" fmla="*/ 0 w 10018"/>
              <a:gd name="connsiteY0" fmla="*/ 10014 h 10014"/>
              <a:gd name="connsiteX1" fmla="*/ 4237 w 10018"/>
              <a:gd name="connsiteY1" fmla="*/ 14 h 10014"/>
              <a:gd name="connsiteX2" fmla="*/ 9932 w 10018"/>
              <a:gd name="connsiteY2" fmla="*/ 0 h 10014"/>
              <a:gd name="connsiteX3" fmla="*/ 10012 w 10018"/>
              <a:gd name="connsiteY3" fmla="*/ 10014 h 10014"/>
              <a:gd name="connsiteX4" fmla="*/ 0 w 10018"/>
              <a:gd name="connsiteY4" fmla="*/ 10014 h 10014"/>
              <a:gd name="connsiteX0" fmla="*/ 0 w 10012"/>
              <a:gd name="connsiteY0" fmla="*/ 10014 h 10014"/>
              <a:gd name="connsiteX1" fmla="*/ 4237 w 10012"/>
              <a:gd name="connsiteY1" fmla="*/ 14 h 10014"/>
              <a:gd name="connsiteX2" fmla="*/ 9932 w 10012"/>
              <a:gd name="connsiteY2" fmla="*/ 0 h 10014"/>
              <a:gd name="connsiteX3" fmla="*/ 10012 w 10012"/>
              <a:gd name="connsiteY3" fmla="*/ 10014 h 10014"/>
              <a:gd name="connsiteX4" fmla="*/ 0 w 10012"/>
              <a:gd name="connsiteY4" fmla="*/ 10014 h 10014"/>
              <a:gd name="connsiteX0" fmla="*/ 0 w 10012"/>
              <a:gd name="connsiteY0" fmla="*/ 10000 h 10000"/>
              <a:gd name="connsiteX1" fmla="*/ 4237 w 10012"/>
              <a:gd name="connsiteY1" fmla="*/ 0 h 10000"/>
              <a:gd name="connsiteX2" fmla="*/ 9932 w 10012"/>
              <a:gd name="connsiteY2" fmla="*/ 6 h 10000"/>
              <a:gd name="connsiteX3" fmla="*/ 10012 w 10012"/>
              <a:gd name="connsiteY3" fmla="*/ 10000 h 10000"/>
              <a:gd name="connsiteX4" fmla="*/ 0 w 10012"/>
              <a:gd name="connsiteY4" fmla="*/ 10000 h 10000"/>
              <a:gd name="connsiteX0" fmla="*/ 0 w 10012"/>
              <a:gd name="connsiteY0" fmla="*/ 10000 h 10000"/>
              <a:gd name="connsiteX1" fmla="*/ 4237 w 10012"/>
              <a:gd name="connsiteY1" fmla="*/ 0 h 10000"/>
              <a:gd name="connsiteX2" fmla="*/ 9932 w 10012"/>
              <a:gd name="connsiteY2" fmla="*/ 6 h 10000"/>
              <a:gd name="connsiteX3" fmla="*/ 10012 w 10012"/>
              <a:gd name="connsiteY3" fmla="*/ 10000 h 10000"/>
              <a:gd name="connsiteX4" fmla="*/ 0 w 10012"/>
              <a:gd name="connsiteY4" fmla="*/ 10000 h 10000"/>
              <a:gd name="connsiteX0" fmla="*/ 0 w 10012"/>
              <a:gd name="connsiteY0" fmla="*/ 10000 h 10000"/>
              <a:gd name="connsiteX1" fmla="*/ 4237 w 10012"/>
              <a:gd name="connsiteY1" fmla="*/ 0 h 10000"/>
              <a:gd name="connsiteX2" fmla="*/ 9932 w 10012"/>
              <a:gd name="connsiteY2" fmla="*/ 6 h 10000"/>
              <a:gd name="connsiteX3" fmla="*/ 10012 w 10012"/>
              <a:gd name="connsiteY3" fmla="*/ 10000 h 10000"/>
              <a:gd name="connsiteX4" fmla="*/ 0 w 10012"/>
              <a:gd name="connsiteY4" fmla="*/ 10000 h 10000"/>
              <a:gd name="connsiteX0" fmla="*/ 0 w 10012"/>
              <a:gd name="connsiteY0" fmla="*/ 10000 h 10000"/>
              <a:gd name="connsiteX1" fmla="*/ 4237 w 10012"/>
              <a:gd name="connsiteY1" fmla="*/ 0 h 10000"/>
              <a:gd name="connsiteX2" fmla="*/ 9964 w 10012"/>
              <a:gd name="connsiteY2" fmla="*/ 16 h 10000"/>
              <a:gd name="connsiteX3" fmla="*/ 10012 w 10012"/>
              <a:gd name="connsiteY3" fmla="*/ 10000 h 10000"/>
              <a:gd name="connsiteX4" fmla="*/ 0 w 10012"/>
              <a:gd name="connsiteY4" fmla="*/ 10000 h 10000"/>
              <a:gd name="connsiteX0" fmla="*/ 0 w 10021"/>
              <a:gd name="connsiteY0" fmla="*/ 10000 h 10000"/>
              <a:gd name="connsiteX1" fmla="*/ 4237 w 10021"/>
              <a:gd name="connsiteY1" fmla="*/ 0 h 10000"/>
              <a:gd name="connsiteX2" fmla="*/ 10007 w 10021"/>
              <a:gd name="connsiteY2" fmla="*/ 16 h 10000"/>
              <a:gd name="connsiteX3" fmla="*/ 10012 w 10021"/>
              <a:gd name="connsiteY3" fmla="*/ 10000 h 10000"/>
              <a:gd name="connsiteX4" fmla="*/ 0 w 10021"/>
              <a:gd name="connsiteY4" fmla="*/ 10000 h 10000"/>
              <a:gd name="connsiteX0" fmla="*/ 0 w 10012"/>
              <a:gd name="connsiteY0" fmla="*/ 10000 h 10000"/>
              <a:gd name="connsiteX1" fmla="*/ 4237 w 10012"/>
              <a:gd name="connsiteY1" fmla="*/ 0 h 10000"/>
              <a:gd name="connsiteX2" fmla="*/ 10007 w 10012"/>
              <a:gd name="connsiteY2" fmla="*/ 16 h 10000"/>
              <a:gd name="connsiteX3" fmla="*/ 10012 w 10012"/>
              <a:gd name="connsiteY3" fmla="*/ 10000 h 10000"/>
              <a:gd name="connsiteX4" fmla="*/ 0 w 10012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12" h="10000">
                <a:moveTo>
                  <a:pt x="0" y="10000"/>
                </a:moveTo>
                <a:lnTo>
                  <a:pt x="4237" y="0"/>
                </a:lnTo>
                <a:lnTo>
                  <a:pt x="10007" y="16"/>
                </a:lnTo>
                <a:cubicBezTo>
                  <a:pt x="10022" y="4635"/>
                  <a:pt x="9965" y="7352"/>
                  <a:pt x="10012" y="10000"/>
                </a:cubicBezTo>
                <a:lnTo>
                  <a:pt x="0" y="1000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AU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7051" y="260648"/>
            <a:ext cx="11137568" cy="634082"/>
          </a:xfrm>
        </p:spPr>
        <p:txBody>
          <a:bodyPr>
            <a:normAutofit/>
          </a:bodyPr>
          <a:lstStyle>
            <a:lvl1pPr>
              <a:defRPr lang="en-AU" sz="28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051" y="1196752"/>
            <a:ext cx="6577061" cy="4536504"/>
          </a:xfr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 lang="en-US" dirty="0" smtClean="0"/>
            </a:lvl1pPr>
            <a:lvl2pPr>
              <a:spcBef>
                <a:spcPts val="0"/>
              </a:spcBef>
              <a:spcAft>
                <a:spcPts val="300"/>
              </a:spcAft>
              <a:defRPr lang="en-US" dirty="0" smtClean="0"/>
            </a:lvl2pPr>
            <a:lvl3pPr>
              <a:spcBef>
                <a:spcPts val="0"/>
              </a:spcBef>
              <a:spcAft>
                <a:spcPts val="300"/>
              </a:spcAft>
              <a:defRPr lang="en-US" dirty="0" smtClean="0"/>
            </a:lvl3pPr>
            <a:lvl4pPr>
              <a:defRPr>
                <a:solidFill>
                  <a:schemeClr val="accent3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527050" y="5948780"/>
            <a:ext cx="9505388" cy="216023"/>
          </a:xfrm>
        </p:spPr>
        <p:txBody>
          <a:bodyPr/>
          <a:lstStyle/>
          <a:p>
            <a:r>
              <a:rPr lang="en-AU" dirty="0"/>
              <a:t>V[XX] Effective: [MM/YYYY] Review: [MM/YYYY]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141578" y="5951450"/>
            <a:ext cx="523373" cy="217125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2387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4: Content Page - Image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3ABA756-B635-F2B2-F592-98113A9DFB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4C582744-F04A-0562-B91B-5425340AEF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3202" y="236641"/>
            <a:ext cx="8348912" cy="6120551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1638"/>
              <a:gd name="connsiteY0" fmla="*/ 10000 h 10000"/>
              <a:gd name="connsiteX1" fmla="*/ 3638 w 11638"/>
              <a:gd name="connsiteY1" fmla="*/ 0 h 10000"/>
              <a:gd name="connsiteX2" fmla="*/ 11638 w 11638"/>
              <a:gd name="connsiteY2" fmla="*/ 0 h 10000"/>
              <a:gd name="connsiteX3" fmla="*/ 9638 w 11638"/>
              <a:gd name="connsiteY3" fmla="*/ 10000 h 10000"/>
              <a:gd name="connsiteX4" fmla="*/ 0 w 11638"/>
              <a:gd name="connsiteY4" fmla="*/ 10000 h 10000"/>
              <a:gd name="connsiteX0" fmla="*/ 0 w 11638"/>
              <a:gd name="connsiteY0" fmla="*/ 10016 h 10016"/>
              <a:gd name="connsiteX1" fmla="*/ 3773 w 11638"/>
              <a:gd name="connsiteY1" fmla="*/ 0 h 10016"/>
              <a:gd name="connsiteX2" fmla="*/ 11638 w 11638"/>
              <a:gd name="connsiteY2" fmla="*/ 16 h 10016"/>
              <a:gd name="connsiteX3" fmla="*/ 9638 w 11638"/>
              <a:gd name="connsiteY3" fmla="*/ 10016 h 10016"/>
              <a:gd name="connsiteX4" fmla="*/ 0 w 11638"/>
              <a:gd name="connsiteY4" fmla="*/ 10016 h 10016"/>
              <a:gd name="connsiteX0" fmla="*/ 0 w 9638"/>
              <a:gd name="connsiteY0" fmla="*/ 10016 h 10016"/>
              <a:gd name="connsiteX1" fmla="*/ 3773 w 9638"/>
              <a:gd name="connsiteY1" fmla="*/ 0 h 10016"/>
              <a:gd name="connsiteX2" fmla="*/ 8845 w 9638"/>
              <a:gd name="connsiteY2" fmla="*/ 16 h 10016"/>
              <a:gd name="connsiteX3" fmla="*/ 9638 w 9638"/>
              <a:gd name="connsiteY3" fmla="*/ 10016 h 10016"/>
              <a:gd name="connsiteX4" fmla="*/ 0 w 9638"/>
              <a:gd name="connsiteY4" fmla="*/ 10016 h 10016"/>
              <a:gd name="connsiteX0" fmla="*/ 0 w 9240"/>
              <a:gd name="connsiteY0" fmla="*/ 10000 h 10000"/>
              <a:gd name="connsiteX1" fmla="*/ 3915 w 9240"/>
              <a:gd name="connsiteY1" fmla="*/ 0 h 10000"/>
              <a:gd name="connsiteX2" fmla="*/ 9177 w 9240"/>
              <a:gd name="connsiteY2" fmla="*/ 16 h 10000"/>
              <a:gd name="connsiteX3" fmla="*/ 9011 w 9240"/>
              <a:gd name="connsiteY3" fmla="*/ 9990 h 10000"/>
              <a:gd name="connsiteX4" fmla="*/ 0 w 9240"/>
              <a:gd name="connsiteY4" fmla="*/ 10000 h 10000"/>
              <a:gd name="connsiteX0" fmla="*/ 0 w 10027"/>
              <a:gd name="connsiteY0" fmla="*/ 10000 h 10000"/>
              <a:gd name="connsiteX1" fmla="*/ 4237 w 10027"/>
              <a:gd name="connsiteY1" fmla="*/ 0 h 10000"/>
              <a:gd name="connsiteX2" fmla="*/ 9932 w 10027"/>
              <a:gd name="connsiteY2" fmla="*/ 16 h 10000"/>
              <a:gd name="connsiteX3" fmla="*/ 10012 w 10027"/>
              <a:gd name="connsiteY3" fmla="*/ 10000 h 10000"/>
              <a:gd name="connsiteX4" fmla="*/ 0 w 10027"/>
              <a:gd name="connsiteY4" fmla="*/ 10000 h 10000"/>
              <a:gd name="connsiteX0" fmla="*/ 0 w 10096"/>
              <a:gd name="connsiteY0" fmla="*/ 10000 h 10000"/>
              <a:gd name="connsiteX1" fmla="*/ 4237 w 10096"/>
              <a:gd name="connsiteY1" fmla="*/ 0 h 10000"/>
              <a:gd name="connsiteX2" fmla="*/ 9932 w 10096"/>
              <a:gd name="connsiteY2" fmla="*/ 16 h 10000"/>
              <a:gd name="connsiteX3" fmla="*/ 10012 w 10096"/>
              <a:gd name="connsiteY3" fmla="*/ 10000 h 10000"/>
              <a:gd name="connsiteX4" fmla="*/ 0 w 10096"/>
              <a:gd name="connsiteY4" fmla="*/ 10000 h 10000"/>
              <a:gd name="connsiteX0" fmla="*/ 0 w 10096"/>
              <a:gd name="connsiteY0" fmla="*/ 10014 h 10014"/>
              <a:gd name="connsiteX1" fmla="*/ 4237 w 10096"/>
              <a:gd name="connsiteY1" fmla="*/ 14 h 10014"/>
              <a:gd name="connsiteX2" fmla="*/ 9932 w 10096"/>
              <a:gd name="connsiteY2" fmla="*/ 0 h 10014"/>
              <a:gd name="connsiteX3" fmla="*/ 10012 w 10096"/>
              <a:gd name="connsiteY3" fmla="*/ 10014 h 10014"/>
              <a:gd name="connsiteX4" fmla="*/ 0 w 10096"/>
              <a:gd name="connsiteY4" fmla="*/ 10014 h 10014"/>
              <a:gd name="connsiteX0" fmla="*/ 0 w 10018"/>
              <a:gd name="connsiteY0" fmla="*/ 10014 h 10014"/>
              <a:gd name="connsiteX1" fmla="*/ 4237 w 10018"/>
              <a:gd name="connsiteY1" fmla="*/ 14 h 10014"/>
              <a:gd name="connsiteX2" fmla="*/ 9932 w 10018"/>
              <a:gd name="connsiteY2" fmla="*/ 0 h 10014"/>
              <a:gd name="connsiteX3" fmla="*/ 10012 w 10018"/>
              <a:gd name="connsiteY3" fmla="*/ 10014 h 10014"/>
              <a:gd name="connsiteX4" fmla="*/ 0 w 10018"/>
              <a:gd name="connsiteY4" fmla="*/ 10014 h 10014"/>
              <a:gd name="connsiteX0" fmla="*/ 0 w 10012"/>
              <a:gd name="connsiteY0" fmla="*/ 10014 h 10014"/>
              <a:gd name="connsiteX1" fmla="*/ 4237 w 10012"/>
              <a:gd name="connsiteY1" fmla="*/ 14 h 10014"/>
              <a:gd name="connsiteX2" fmla="*/ 9932 w 10012"/>
              <a:gd name="connsiteY2" fmla="*/ 0 h 10014"/>
              <a:gd name="connsiteX3" fmla="*/ 10012 w 10012"/>
              <a:gd name="connsiteY3" fmla="*/ 10014 h 10014"/>
              <a:gd name="connsiteX4" fmla="*/ 0 w 10012"/>
              <a:gd name="connsiteY4" fmla="*/ 10014 h 10014"/>
              <a:gd name="connsiteX0" fmla="*/ 0 w 10012"/>
              <a:gd name="connsiteY0" fmla="*/ 10000 h 10000"/>
              <a:gd name="connsiteX1" fmla="*/ 4237 w 10012"/>
              <a:gd name="connsiteY1" fmla="*/ 0 h 10000"/>
              <a:gd name="connsiteX2" fmla="*/ 9932 w 10012"/>
              <a:gd name="connsiteY2" fmla="*/ 6 h 10000"/>
              <a:gd name="connsiteX3" fmla="*/ 10012 w 10012"/>
              <a:gd name="connsiteY3" fmla="*/ 10000 h 10000"/>
              <a:gd name="connsiteX4" fmla="*/ 0 w 10012"/>
              <a:gd name="connsiteY4" fmla="*/ 10000 h 10000"/>
              <a:gd name="connsiteX0" fmla="*/ 0 w 10012"/>
              <a:gd name="connsiteY0" fmla="*/ 10000 h 10000"/>
              <a:gd name="connsiteX1" fmla="*/ 4237 w 10012"/>
              <a:gd name="connsiteY1" fmla="*/ 0 h 10000"/>
              <a:gd name="connsiteX2" fmla="*/ 9932 w 10012"/>
              <a:gd name="connsiteY2" fmla="*/ 6 h 10000"/>
              <a:gd name="connsiteX3" fmla="*/ 10012 w 10012"/>
              <a:gd name="connsiteY3" fmla="*/ 10000 h 10000"/>
              <a:gd name="connsiteX4" fmla="*/ 0 w 10012"/>
              <a:gd name="connsiteY4" fmla="*/ 10000 h 10000"/>
              <a:gd name="connsiteX0" fmla="*/ 0 w 10012"/>
              <a:gd name="connsiteY0" fmla="*/ 10000 h 10000"/>
              <a:gd name="connsiteX1" fmla="*/ 4237 w 10012"/>
              <a:gd name="connsiteY1" fmla="*/ 0 h 10000"/>
              <a:gd name="connsiteX2" fmla="*/ 9932 w 10012"/>
              <a:gd name="connsiteY2" fmla="*/ 6 h 10000"/>
              <a:gd name="connsiteX3" fmla="*/ 10012 w 10012"/>
              <a:gd name="connsiteY3" fmla="*/ 10000 h 10000"/>
              <a:gd name="connsiteX4" fmla="*/ 0 w 10012"/>
              <a:gd name="connsiteY4" fmla="*/ 10000 h 10000"/>
              <a:gd name="connsiteX0" fmla="*/ 0 w 10012"/>
              <a:gd name="connsiteY0" fmla="*/ 10000 h 10000"/>
              <a:gd name="connsiteX1" fmla="*/ 4237 w 10012"/>
              <a:gd name="connsiteY1" fmla="*/ 0 h 10000"/>
              <a:gd name="connsiteX2" fmla="*/ 9964 w 10012"/>
              <a:gd name="connsiteY2" fmla="*/ 16 h 10000"/>
              <a:gd name="connsiteX3" fmla="*/ 10012 w 10012"/>
              <a:gd name="connsiteY3" fmla="*/ 10000 h 10000"/>
              <a:gd name="connsiteX4" fmla="*/ 0 w 10012"/>
              <a:gd name="connsiteY4" fmla="*/ 10000 h 10000"/>
              <a:gd name="connsiteX0" fmla="*/ 0 w 10021"/>
              <a:gd name="connsiteY0" fmla="*/ 10000 h 10000"/>
              <a:gd name="connsiteX1" fmla="*/ 4237 w 10021"/>
              <a:gd name="connsiteY1" fmla="*/ 0 h 10000"/>
              <a:gd name="connsiteX2" fmla="*/ 10007 w 10021"/>
              <a:gd name="connsiteY2" fmla="*/ 16 h 10000"/>
              <a:gd name="connsiteX3" fmla="*/ 10012 w 10021"/>
              <a:gd name="connsiteY3" fmla="*/ 10000 h 10000"/>
              <a:gd name="connsiteX4" fmla="*/ 0 w 10021"/>
              <a:gd name="connsiteY4" fmla="*/ 10000 h 10000"/>
              <a:gd name="connsiteX0" fmla="*/ 0 w 10012"/>
              <a:gd name="connsiteY0" fmla="*/ 10000 h 10000"/>
              <a:gd name="connsiteX1" fmla="*/ 4237 w 10012"/>
              <a:gd name="connsiteY1" fmla="*/ 0 h 10000"/>
              <a:gd name="connsiteX2" fmla="*/ 10007 w 10012"/>
              <a:gd name="connsiteY2" fmla="*/ 16 h 10000"/>
              <a:gd name="connsiteX3" fmla="*/ 10012 w 10012"/>
              <a:gd name="connsiteY3" fmla="*/ 10000 h 10000"/>
              <a:gd name="connsiteX4" fmla="*/ 0 w 10012"/>
              <a:gd name="connsiteY4" fmla="*/ 10000 h 10000"/>
              <a:gd name="connsiteX0" fmla="*/ 0 w 10012"/>
              <a:gd name="connsiteY0" fmla="*/ 9984 h 9984"/>
              <a:gd name="connsiteX1" fmla="*/ 215 w 10012"/>
              <a:gd name="connsiteY1" fmla="*/ 44 h 9984"/>
              <a:gd name="connsiteX2" fmla="*/ 10007 w 10012"/>
              <a:gd name="connsiteY2" fmla="*/ 0 h 9984"/>
              <a:gd name="connsiteX3" fmla="*/ 10012 w 10012"/>
              <a:gd name="connsiteY3" fmla="*/ 9984 h 9984"/>
              <a:gd name="connsiteX4" fmla="*/ 0 w 10012"/>
              <a:gd name="connsiteY4" fmla="*/ 9984 h 9984"/>
              <a:gd name="connsiteX0" fmla="*/ 143 w 10143"/>
              <a:gd name="connsiteY0" fmla="*/ 10000 h 10000"/>
              <a:gd name="connsiteX1" fmla="*/ 12 w 10143"/>
              <a:gd name="connsiteY1" fmla="*/ 4 h 10000"/>
              <a:gd name="connsiteX2" fmla="*/ 10138 w 10143"/>
              <a:gd name="connsiteY2" fmla="*/ 0 h 10000"/>
              <a:gd name="connsiteX3" fmla="*/ 10143 w 10143"/>
              <a:gd name="connsiteY3" fmla="*/ 10000 h 10000"/>
              <a:gd name="connsiteX4" fmla="*/ 143 w 10143"/>
              <a:gd name="connsiteY4" fmla="*/ 10000 h 10000"/>
              <a:gd name="connsiteX0" fmla="*/ 143 w 14544"/>
              <a:gd name="connsiteY0" fmla="*/ 10010 h 10010"/>
              <a:gd name="connsiteX1" fmla="*/ 12 w 14544"/>
              <a:gd name="connsiteY1" fmla="*/ 14 h 10010"/>
              <a:gd name="connsiteX2" fmla="*/ 14544 w 14544"/>
              <a:gd name="connsiteY2" fmla="*/ 0 h 10010"/>
              <a:gd name="connsiteX3" fmla="*/ 10143 w 14544"/>
              <a:gd name="connsiteY3" fmla="*/ 10010 h 10010"/>
              <a:gd name="connsiteX4" fmla="*/ 143 w 14544"/>
              <a:gd name="connsiteY4" fmla="*/ 10010 h 10010"/>
              <a:gd name="connsiteX0" fmla="*/ 143 w 14544"/>
              <a:gd name="connsiteY0" fmla="*/ 10010 h 10010"/>
              <a:gd name="connsiteX1" fmla="*/ 12 w 14544"/>
              <a:gd name="connsiteY1" fmla="*/ 14 h 10010"/>
              <a:gd name="connsiteX2" fmla="*/ 14544 w 14544"/>
              <a:gd name="connsiteY2" fmla="*/ 0 h 10010"/>
              <a:gd name="connsiteX3" fmla="*/ 10402 w 14544"/>
              <a:gd name="connsiteY3" fmla="*/ 10010 h 10010"/>
              <a:gd name="connsiteX4" fmla="*/ 143 w 14544"/>
              <a:gd name="connsiteY4" fmla="*/ 10010 h 10010"/>
              <a:gd name="connsiteX0" fmla="*/ 143 w 14544"/>
              <a:gd name="connsiteY0" fmla="*/ 10010 h 10010"/>
              <a:gd name="connsiteX1" fmla="*/ 12 w 14544"/>
              <a:gd name="connsiteY1" fmla="*/ 14 h 10010"/>
              <a:gd name="connsiteX2" fmla="*/ 14544 w 14544"/>
              <a:gd name="connsiteY2" fmla="*/ 0 h 10010"/>
              <a:gd name="connsiteX3" fmla="*/ 10402 w 14544"/>
              <a:gd name="connsiteY3" fmla="*/ 10010 h 10010"/>
              <a:gd name="connsiteX4" fmla="*/ 143 w 14544"/>
              <a:gd name="connsiteY4" fmla="*/ 10010 h 10010"/>
              <a:gd name="connsiteX0" fmla="*/ 143 w 14544"/>
              <a:gd name="connsiteY0" fmla="*/ 10010 h 10010"/>
              <a:gd name="connsiteX1" fmla="*/ 12 w 14544"/>
              <a:gd name="connsiteY1" fmla="*/ 14 h 10010"/>
              <a:gd name="connsiteX2" fmla="*/ 14544 w 14544"/>
              <a:gd name="connsiteY2" fmla="*/ 0 h 10010"/>
              <a:gd name="connsiteX3" fmla="*/ 10402 w 14544"/>
              <a:gd name="connsiteY3" fmla="*/ 10010 h 10010"/>
              <a:gd name="connsiteX4" fmla="*/ 143 w 14544"/>
              <a:gd name="connsiteY4" fmla="*/ 10010 h 10010"/>
              <a:gd name="connsiteX0" fmla="*/ 143 w 14684"/>
              <a:gd name="connsiteY0" fmla="*/ 10000 h 10000"/>
              <a:gd name="connsiteX1" fmla="*/ 12 w 14684"/>
              <a:gd name="connsiteY1" fmla="*/ 4 h 10000"/>
              <a:gd name="connsiteX2" fmla="*/ 14684 w 14684"/>
              <a:gd name="connsiteY2" fmla="*/ 0 h 10000"/>
              <a:gd name="connsiteX3" fmla="*/ 10402 w 14684"/>
              <a:gd name="connsiteY3" fmla="*/ 10000 h 10000"/>
              <a:gd name="connsiteX4" fmla="*/ 143 w 14684"/>
              <a:gd name="connsiteY4" fmla="*/ 10000 h 10000"/>
              <a:gd name="connsiteX0" fmla="*/ 143 w 14684"/>
              <a:gd name="connsiteY0" fmla="*/ 10000 h 10000"/>
              <a:gd name="connsiteX1" fmla="*/ 12 w 14684"/>
              <a:gd name="connsiteY1" fmla="*/ 4 h 10000"/>
              <a:gd name="connsiteX2" fmla="*/ 14684 w 14684"/>
              <a:gd name="connsiteY2" fmla="*/ 0 h 10000"/>
              <a:gd name="connsiteX3" fmla="*/ 10402 w 14684"/>
              <a:gd name="connsiteY3" fmla="*/ 10000 h 10000"/>
              <a:gd name="connsiteX4" fmla="*/ 143 w 14684"/>
              <a:gd name="connsiteY4" fmla="*/ 10000 h 10000"/>
              <a:gd name="connsiteX0" fmla="*/ 143 w 14684"/>
              <a:gd name="connsiteY0" fmla="*/ 10000 h 10000"/>
              <a:gd name="connsiteX1" fmla="*/ 12 w 14684"/>
              <a:gd name="connsiteY1" fmla="*/ 4 h 10000"/>
              <a:gd name="connsiteX2" fmla="*/ 14684 w 14684"/>
              <a:gd name="connsiteY2" fmla="*/ 0 h 10000"/>
              <a:gd name="connsiteX3" fmla="*/ 10402 w 14684"/>
              <a:gd name="connsiteY3" fmla="*/ 10000 h 10000"/>
              <a:gd name="connsiteX4" fmla="*/ 143 w 14684"/>
              <a:gd name="connsiteY4" fmla="*/ 10000 h 10000"/>
              <a:gd name="connsiteX0" fmla="*/ 12 w 14693"/>
              <a:gd name="connsiteY0" fmla="*/ 9990 h 10000"/>
              <a:gd name="connsiteX1" fmla="*/ 21 w 14693"/>
              <a:gd name="connsiteY1" fmla="*/ 4 h 10000"/>
              <a:gd name="connsiteX2" fmla="*/ 14693 w 14693"/>
              <a:gd name="connsiteY2" fmla="*/ 0 h 10000"/>
              <a:gd name="connsiteX3" fmla="*/ 10411 w 14693"/>
              <a:gd name="connsiteY3" fmla="*/ 10000 h 10000"/>
              <a:gd name="connsiteX4" fmla="*/ 12 w 14693"/>
              <a:gd name="connsiteY4" fmla="*/ 9990 h 10000"/>
              <a:gd name="connsiteX0" fmla="*/ 29 w 14710"/>
              <a:gd name="connsiteY0" fmla="*/ 9990 h 10000"/>
              <a:gd name="connsiteX1" fmla="*/ 38 w 14710"/>
              <a:gd name="connsiteY1" fmla="*/ 4 h 10000"/>
              <a:gd name="connsiteX2" fmla="*/ 14710 w 14710"/>
              <a:gd name="connsiteY2" fmla="*/ 0 h 10000"/>
              <a:gd name="connsiteX3" fmla="*/ 10428 w 14710"/>
              <a:gd name="connsiteY3" fmla="*/ 10000 h 10000"/>
              <a:gd name="connsiteX4" fmla="*/ 29 w 14710"/>
              <a:gd name="connsiteY4" fmla="*/ 9990 h 10000"/>
              <a:gd name="connsiteX0" fmla="*/ 12 w 14693"/>
              <a:gd name="connsiteY0" fmla="*/ 9990 h 10000"/>
              <a:gd name="connsiteX1" fmla="*/ 21 w 14693"/>
              <a:gd name="connsiteY1" fmla="*/ 4 h 10000"/>
              <a:gd name="connsiteX2" fmla="*/ 14693 w 14693"/>
              <a:gd name="connsiteY2" fmla="*/ 0 h 10000"/>
              <a:gd name="connsiteX3" fmla="*/ 10411 w 14693"/>
              <a:gd name="connsiteY3" fmla="*/ 10000 h 10000"/>
              <a:gd name="connsiteX4" fmla="*/ 12 w 14693"/>
              <a:gd name="connsiteY4" fmla="*/ 9990 h 10000"/>
              <a:gd name="connsiteX0" fmla="*/ 12 w 14693"/>
              <a:gd name="connsiteY0" fmla="*/ 10000 h 10000"/>
              <a:gd name="connsiteX1" fmla="*/ 21 w 14693"/>
              <a:gd name="connsiteY1" fmla="*/ 4 h 10000"/>
              <a:gd name="connsiteX2" fmla="*/ 14693 w 14693"/>
              <a:gd name="connsiteY2" fmla="*/ 0 h 10000"/>
              <a:gd name="connsiteX3" fmla="*/ 10411 w 14693"/>
              <a:gd name="connsiteY3" fmla="*/ 10000 h 10000"/>
              <a:gd name="connsiteX4" fmla="*/ 12 w 14693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693" h="10000">
                <a:moveTo>
                  <a:pt x="12" y="10000"/>
                </a:moveTo>
                <a:cubicBezTo>
                  <a:pt x="-2" y="6662"/>
                  <a:pt x="-8" y="3533"/>
                  <a:pt x="21" y="4"/>
                </a:cubicBezTo>
                <a:lnTo>
                  <a:pt x="14693" y="0"/>
                </a:lnTo>
                <a:cubicBezTo>
                  <a:pt x="12721" y="4667"/>
                  <a:pt x="12167" y="5865"/>
                  <a:pt x="10411" y="10000"/>
                </a:cubicBezTo>
                <a:lnTo>
                  <a:pt x="12" y="1000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AU" dirty="0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527050" y="5948780"/>
            <a:ext cx="9505388" cy="216023"/>
          </a:xfrm>
        </p:spPr>
        <p:txBody>
          <a:bodyPr/>
          <a:lstStyle/>
          <a:p>
            <a:r>
              <a:rPr lang="en-AU" dirty="0"/>
              <a:t>V[XX] Effective: [MM/YYYY] Review: [MM/YYYY]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141578" y="5951450"/>
            <a:ext cx="523373" cy="217125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80176" y="3140968"/>
            <a:ext cx="4011817" cy="504056"/>
          </a:xfrm>
        </p:spPr>
        <p:txBody>
          <a:bodyPr>
            <a:normAutofit/>
          </a:bodyPr>
          <a:lstStyle>
            <a:lvl1pPr>
              <a:defRPr lang="en-AU" sz="2800" b="1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Click to edit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87600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5: Content Page dark - Image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3ABA756-B635-F2B2-F592-98113A9DFB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4C582744-F04A-0562-B91B-5425340AEF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3202" y="236641"/>
            <a:ext cx="8348912" cy="6120551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1638"/>
              <a:gd name="connsiteY0" fmla="*/ 10000 h 10000"/>
              <a:gd name="connsiteX1" fmla="*/ 3638 w 11638"/>
              <a:gd name="connsiteY1" fmla="*/ 0 h 10000"/>
              <a:gd name="connsiteX2" fmla="*/ 11638 w 11638"/>
              <a:gd name="connsiteY2" fmla="*/ 0 h 10000"/>
              <a:gd name="connsiteX3" fmla="*/ 9638 w 11638"/>
              <a:gd name="connsiteY3" fmla="*/ 10000 h 10000"/>
              <a:gd name="connsiteX4" fmla="*/ 0 w 11638"/>
              <a:gd name="connsiteY4" fmla="*/ 10000 h 10000"/>
              <a:gd name="connsiteX0" fmla="*/ 0 w 11638"/>
              <a:gd name="connsiteY0" fmla="*/ 10016 h 10016"/>
              <a:gd name="connsiteX1" fmla="*/ 3773 w 11638"/>
              <a:gd name="connsiteY1" fmla="*/ 0 h 10016"/>
              <a:gd name="connsiteX2" fmla="*/ 11638 w 11638"/>
              <a:gd name="connsiteY2" fmla="*/ 16 h 10016"/>
              <a:gd name="connsiteX3" fmla="*/ 9638 w 11638"/>
              <a:gd name="connsiteY3" fmla="*/ 10016 h 10016"/>
              <a:gd name="connsiteX4" fmla="*/ 0 w 11638"/>
              <a:gd name="connsiteY4" fmla="*/ 10016 h 10016"/>
              <a:gd name="connsiteX0" fmla="*/ 0 w 9638"/>
              <a:gd name="connsiteY0" fmla="*/ 10016 h 10016"/>
              <a:gd name="connsiteX1" fmla="*/ 3773 w 9638"/>
              <a:gd name="connsiteY1" fmla="*/ 0 h 10016"/>
              <a:gd name="connsiteX2" fmla="*/ 8845 w 9638"/>
              <a:gd name="connsiteY2" fmla="*/ 16 h 10016"/>
              <a:gd name="connsiteX3" fmla="*/ 9638 w 9638"/>
              <a:gd name="connsiteY3" fmla="*/ 10016 h 10016"/>
              <a:gd name="connsiteX4" fmla="*/ 0 w 9638"/>
              <a:gd name="connsiteY4" fmla="*/ 10016 h 10016"/>
              <a:gd name="connsiteX0" fmla="*/ 0 w 9240"/>
              <a:gd name="connsiteY0" fmla="*/ 10000 h 10000"/>
              <a:gd name="connsiteX1" fmla="*/ 3915 w 9240"/>
              <a:gd name="connsiteY1" fmla="*/ 0 h 10000"/>
              <a:gd name="connsiteX2" fmla="*/ 9177 w 9240"/>
              <a:gd name="connsiteY2" fmla="*/ 16 h 10000"/>
              <a:gd name="connsiteX3" fmla="*/ 9011 w 9240"/>
              <a:gd name="connsiteY3" fmla="*/ 9990 h 10000"/>
              <a:gd name="connsiteX4" fmla="*/ 0 w 9240"/>
              <a:gd name="connsiteY4" fmla="*/ 10000 h 10000"/>
              <a:gd name="connsiteX0" fmla="*/ 0 w 10027"/>
              <a:gd name="connsiteY0" fmla="*/ 10000 h 10000"/>
              <a:gd name="connsiteX1" fmla="*/ 4237 w 10027"/>
              <a:gd name="connsiteY1" fmla="*/ 0 h 10000"/>
              <a:gd name="connsiteX2" fmla="*/ 9932 w 10027"/>
              <a:gd name="connsiteY2" fmla="*/ 16 h 10000"/>
              <a:gd name="connsiteX3" fmla="*/ 10012 w 10027"/>
              <a:gd name="connsiteY3" fmla="*/ 10000 h 10000"/>
              <a:gd name="connsiteX4" fmla="*/ 0 w 10027"/>
              <a:gd name="connsiteY4" fmla="*/ 10000 h 10000"/>
              <a:gd name="connsiteX0" fmla="*/ 0 w 10096"/>
              <a:gd name="connsiteY0" fmla="*/ 10000 h 10000"/>
              <a:gd name="connsiteX1" fmla="*/ 4237 w 10096"/>
              <a:gd name="connsiteY1" fmla="*/ 0 h 10000"/>
              <a:gd name="connsiteX2" fmla="*/ 9932 w 10096"/>
              <a:gd name="connsiteY2" fmla="*/ 16 h 10000"/>
              <a:gd name="connsiteX3" fmla="*/ 10012 w 10096"/>
              <a:gd name="connsiteY3" fmla="*/ 10000 h 10000"/>
              <a:gd name="connsiteX4" fmla="*/ 0 w 10096"/>
              <a:gd name="connsiteY4" fmla="*/ 10000 h 10000"/>
              <a:gd name="connsiteX0" fmla="*/ 0 w 10096"/>
              <a:gd name="connsiteY0" fmla="*/ 10014 h 10014"/>
              <a:gd name="connsiteX1" fmla="*/ 4237 w 10096"/>
              <a:gd name="connsiteY1" fmla="*/ 14 h 10014"/>
              <a:gd name="connsiteX2" fmla="*/ 9932 w 10096"/>
              <a:gd name="connsiteY2" fmla="*/ 0 h 10014"/>
              <a:gd name="connsiteX3" fmla="*/ 10012 w 10096"/>
              <a:gd name="connsiteY3" fmla="*/ 10014 h 10014"/>
              <a:gd name="connsiteX4" fmla="*/ 0 w 10096"/>
              <a:gd name="connsiteY4" fmla="*/ 10014 h 10014"/>
              <a:gd name="connsiteX0" fmla="*/ 0 w 10018"/>
              <a:gd name="connsiteY0" fmla="*/ 10014 h 10014"/>
              <a:gd name="connsiteX1" fmla="*/ 4237 w 10018"/>
              <a:gd name="connsiteY1" fmla="*/ 14 h 10014"/>
              <a:gd name="connsiteX2" fmla="*/ 9932 w 10018"/>
              <a:gd name="connsiteY2" fmla="*/ 0 h 10014"/>
              <a:gd name="connsiteX3" fmla="*/ 10012 w 10018"/>
              <a:gd name="connsiteY3" fmla="*/ 10014 h 10014"/>
              <a:gd name="connsiteX4" fmla="*/ 0 w 10018"/>
              <a:gd name="connsiteY4" fmla="*/ 10014 h 10014"/>
              <a:gd name="connsiteX0" fmla="*/ 0 w 10012"/>
              <a:gd name="connsiteY0" fmla="*/ 10014 h 10014"/>
              <a:gd name="connsiteX1" fmla="*/ 4237 w 10012"/>
              <a:gd name="connsiteY1" fmla="*/ 14 h 10014"/>
              <a:gd name="connsiteX2" fmla="*/ 9932 w 10012"/>
              <a:gd name="connsiteY2" fmla="*/ 0 h 10014"/>
              <a:gd name="connsiteX3" fmla="*/ 10012 w 10012"/>
              <a:gd name="connsiteY3" fmla="*/ 10014 h 10014"/>
              <a:gd name="connsiteX4" fmla="*/ 0 w 10012"/>
              <a:gd name="connsiteY4" fmla="*/ 10014 h 10014"/>
              <a:gd name="connsiteX0" fmla="*/ 0 w 10012"/>
              <a:gd name="connsiteY0" fmla="*/ 10000 h 10000"/>
              <a:gd name="connsiteX1" fmla="*/ 4237 w 10012"/>
              <a:gd name="connsiteY1" fmla="*/ 0 h 10000"/>
              <a:gd name="connsiteX2" fmla="*/ 9932 w 10012"/>
              <a:gd name="connsiteY2" fmla="*/ 6 h 10000"/>
              <a:gd name="connsiteX3" fmla="*/ 10012 w 10012"/>
              <a:gd name="connsiteY3" fmla="*/ 10000 h 10000"/>
              <a:gd name="connsiteX4" fmla="*/ 0 w 10012"/>
              <a:gd name="connsiteY4" fmla="*/ 10000 h 10000"/>
              <a:gd name="connsiteX0" fmla="*/ 0 w 10012"/>
              <a:gd name="connsiteY0" fmla="*/ 10000 h 10000"/>
              <a:gd name="connsiteX1" fmla="*/ 4237 w 10012"/>
              <a:gd name="connsiteY1" fmla="*/ 0 h 10000"/>
              <a:gd name="connsiteX2" fmla="*/ 9932 w 10012"/>
              <a:gd name="connsiteY2" fmla="*/ 6 h 10000"/>
              <a:gd name="connsiteX3" fmla="*/ 10012 w 10012"/>
              <a:gd name="connsiteY3" fmla="*/ 10000 h 10000"/>
              <a:gd name="connsiteX4" fmla="*/ 0 w 10012"/>
              <a:gd name="connsiteY4" fmla="*/ 10000 h 10000"/>
              <a:gd name="connsiteX0" fmla="*/ 0 w 10012"/>
              <a:gd name="connsiteY0" fmla="*/ 10000 h 10000"/>
              <a:gd name="connsiteX1" fmla="*/ 4237 w 10012"/>
              <a:gd name="connsiteY1" fmla="*/ 0 h 10000"/>
              <a:gd name="connsiteX2" fmla="*/ 9932 w 10012"/>
              <a:gd name="connsiteY2" fmla="*/ 6 h 10000"/>
              <a:gd name="connsiteX3" fmla="*/ 10012 w 10012"/>
              <a:gd name="connsiteY3" fmla="*/ 10000 h 10000"/>
              <a:gd name="connsiteX4" fmla="*/ 0 w 10012"/>
              <a:gd name="connsiteY4" fmla="*/ 10000 h 10000"/>
              <a:gd name="connsiteX0" fmla="*/ 0 w 10012"/>
              <a:gd name="connsiteY0" fmla="*/ 10000 h 10000"/>
              <a:gd name="connsiteX1" fmla="*/ 4237 w 10012"/>
              <a:gd name="connsiteY1" fmla="*/ 0 h 10000"/>
              <a:gd name="connsiteX2" fmla="*/ 9964 w 10012"/>
              <a:gd name="connsiteY2" fmla="*/ 16 h 10000"/>
              <a:gd name="connsiteX3" fmla="*/ 10012 w 10012"/>
              <a:gd name="connsiteY3" fmla="*/ 10000 h 10000"/>
              <a:gd name="connsiteX4" fmla="*/ 0 w 10012"/>
              <a:gd name="connsiteY4" fmla="*/ 10000 h 10000"/>
              <a:gd name="connsiteX0" fmla="*/ 0 w 10021"/>
              <a:gd name="connsiteY0" fmla="*/ 10000 h 10000"/>
              <a:gd name="connsiteX1" fmla="*/ 4237 w 10021"/>
              <a:gd name="connsiteY1" fmla="*/ 0 h 10000"/>
              <a:gd name="connsiteX2" fmla="*/ 10007 w 10021"/>
              <a:gd name="connsiteY2" fmla="*/ 16 h 10000"/>
              <a:gd name="connsiteX3" fmla="*/ 10012 w 10021"/>
              <a:gd name="connsiteY3" fmla="*/ 10000 h 10000"/>
              <a:gd name="connsiteX4" fmla="*/ 0 w 10021"/>
              <a:gd name="connsiteY4" fmla="*/ 10000 h 10000"/>
              <a:gd name="connsiteX0" fmla="*/ 0 w 10012"/>
              <a:gd name="connsiteY0" fmla="*/ 10000 h 10000"/>
              <a:gd name="connsiteX1" fmla="*/ 4237 w 10012"/>
              <a:gd name="connsiteY1" fmla="*/ 0 h 10000"/>
              <a:gd name="connsiteX2" fmla="*/ 10007 w 10012"/>
              <a:gd name="connsiteY2" fmla="*/ 16 h 10000"/>
              <a:gd name="connsiteX3" fmla="*/ 10012 w 10012"/>
              <a:gd name="connsiteY3" fmla="*/ 10000 h 10000"/>
              <a:gd name="connsiteX4" fmla="*/ 0 w 10012"/>
              <a:gd name="connsiteY4" fmla="*/ 10000 h 10000"/>
              <a:gd name="connsiteX0" fmla="*/ 0 w 10012"/>
              <a:gd name="connsiteY0" fmla="*/ 9984 h 9984"/>
              <a:gd name="connsiteX1" fmla="*/ 215 w 10012"/>
              <a:gd name="connsiteY1" fmla="*/ 44 h 9984"/>
              <a:gd name="connsiteX2" fmla="*/ 10007 w 10012"/>
              <a:gd name="connsiteY2" fmla="*/ 0 h 9984"/>
              <a:gd name="connsiteX3" fmla="*/ 10012 w 10012"/>
              <a:gd name="connsiteY3" fmla="*/ 9984 h 9984"/>
              <a:gd name="connsiteX4" fmla="*/ 0 w 10012"/>
              <a:gd name="connsiteY4" fmla="*/ 9984 h 9984"/>
              <a:gd name="connsiteX0" fmla="*/ 143 w 10143"/>
              <a:gd name="connsiteY0" fmla="*/ 10000 h 10000"/>
              <a:gd name="connsiteX1" fmla="*/ 12 w 10143"/>
              <a:gd name="connsiteY1" fmla="*/ 4 h 10000"/>
              <a:gd name="connsiteX2" fmla="*/ 10138 w 10143"/>
              <a:gd name="connsiteY2" fmla="*/ 0 h 10000"/>
              <a:gd name="connsiteX3" fmla="*/ 10143 w 10143"/>
              <a:gd name="connsiteY3" fmla="*/ 10000 h 10000"/>
              <a:gd name="connsiteX4" fmla="*/ 143 w 10143"/>
              <a:gd name="connsiteY4" fmla="*/ 10000 h 10000"/>
              <a:gd name="connsiteX0" fmla="*/ 143 w 14544"/>
              <a:gd name="connsiteY0" fmla="*/ 10010 h 10010"/>
              <a:gd name="connsiteX1" fmla="*/ 12 w 14544"/>
              <a:gd name="connsiteY1" fmla="*/ 14 h 10010"/>
              <a:gd name="connsiteX2" fmla="*/ 14544 w 14544"/>
              <a:gd name="connsiteY2" fmla="*/ 0 h 10010"/>
              <a:gd name="connsiteX3" fmla="*/ 10143 w 14544"/>
              <a:gd name="connsiteY3" fmla="*/ 10010 h 10010"/>
              <a:gd name="connsiteX4" fmla="*/ 143 w 14544"/>
              <a:gd name="connsiteY4" fmla="*/ 10010 h 10010"/>
              <a:gd name="connsiteX0" fmla="*/ 143 w 14544"/>
              <a:gd name="connsiteY0" fmla="*/ 10010 h 10010"/>
              <a:gd name="connsiteX1" fmla="*/ 12 w 14544"/>
              <a:gd name="connsiteY1" fmla="*/ 14 h 10010"/>
              <a:gd name="connsiteX2" fmla="*/ 14544 w 14544"/>
              <a:gd name="connsiteY2" fmla="*/ 0 h 10010"/>
              <a:gd name="connsiteX3" fmla="*/ 10402 w 14544"/>
              <a:gd name="connsiteY3" fmla="*/ 10010 h 10010"/>
              <a:gd name="connsiteX4" fmla="*/ 143 w 14544"/>
              <a:gd name="connsiteY4" fmla="*/ 10010 h 10010"/>
              <a:gd name="connsiteX0" fmla="*/ 143 w 14544"/>
              <a:gd name="connsiteY0" fmla="*/ 10010 h 10010"/>
              <a:gd name="connsiteX1" fmla="*/ 12 w 14544"/>
              <a:gd name="connsiteY1" fmla="*/ 14 h 10010"/>
              <a:gd name="connsiteX2" fmla="*/ 14544 w 14544"/>
              <a:gd name="connsiteY2" fmla="*/ 0 h 10010"/>
              <a:gd name="connsiteX3" fmla="*/ 10402 w 14544"/>
              <a:gd name="connsiteY3" fmla="*/ 10010 h 10010"/>
              <a:gd name="connsiteX4" fmla="*/ 143 w 14544"/>
              <a:gd name="connsiteY4" fmla="*/ 10010 h 10010"/>
              <a:gd name="connsiteX0" fmla="*/ 143 w 14544"/>
              <a:gd name="connsiteY0" fmla="*/ 10010 h 10010"/>
              <a:gd name="connsiteX1" fmla="*/ 12 w 14544"/>
              <a:gd name="connsiteY1" fmla="*/ 14 h 10010"/>
              <a:gd name="connsiteX2" fmla="*/ 14544 w 14544"/>
              <a:gd name="connsiteY2" fmla="*/ 0 h 10010"/>
              <a:gd name="connsiteX3" fmla="*/ 10402 w 14544"/>
              <a:gd name="connsiteY3" fmla="*/ 10010 h 10010"/>
              <a:gd name="connsiteX4" fmla="*/ 143 w 14544"/>
              <a:gd name="connsiteY4" fmla="*/ 10010 h 10010"/>
              <a:gd name="connsiteX0" fmla="*/ 143 w 14684"/>
              <a:gd name="connsiteY0" fmla="*/ 10000 h 10000"/>
              <a:gd name="connsiteX1" fmla="*/ 12 w 14684"/>
              <a:gd name="connsiteY1" fmla="*/ 4 h 10000"/>
              <a:gd name="connsiteX2" fmla="*/ 14684 w 14684"/>
              <a:gd name="connsiteY2" fmla="*/ 0 h 10000"/>
              <a:gd name="connsiteX3" fmla="*/ 10402 w 14684"/>
              <a:gd name="connsiteY3" fmla="*/ 10000 h 10000"/>
              <a:gd name="connsiteX4" fmla="*/ 143 w 14684"/>
              <a:gd name="connsiteY4" fmla="*/ 10000 h 10000"/>
              <a:gd name="connsiteX0" fmla="*/ 143 w 14684"/>
              <a:gd name="connsiteY0" fmla="*/ 10000 h 10000"/>
              <a:gd name="connsiteX1" fmla="*/ 12 w 14684"/>
              <a:gd name="connsiteY1" fmla="*/ 4 h 10000"/>
              <a:gd name="connsiteX2" fmla="*/ 14684 w 14684"/>
              <a:gd name="connsiteY2" fmla="*/ 0 h 10000"/>
              <a:gd name="connsiteX3" fmla="*/ 10402 w 14684"/>
              <a:gd name="connsiteY3" fmla="*/ 10000 h 10000"/>
              <a:gd name="connsiteX4" fmla="*/ 143 w 14684"/>
              <a:gd name="connsiteY4" fmla="*/ 10000 h 10000"/>
              <a:gd name="connsiteX0" fmla="*/ 143 w 14684"/>
              <a:gd name="connsiteY0" fmla="*/ 10000 h 10000"/>
              <a:gd name="connsiteX1" fmla="*/ 12 w 14684"/>
              <a:gd name="connsiteY1" fmla="*/ 4 h 10000"/>
              <a:gd name="connsiteX2" fmla="*/ 14684 w 14684"/>
              <a:gd name="connsiteY2" fmla="*/ 0 h 10000"/>
              <a:gd name="connsiteX3" fmla="*/ 10402 w 14684"/>
              <a:gd name="connsiteY3" fmla="*/ 10000 h 10000"/>
              <a:gd name="connsiteX4" fmla="*/ 143 w 14684"/>
              <a:gd name="connsiteY4" fmla="*/ 10000 h 10000"/>
              <a:gd name="connsiteX0" fmla="*/ 12 w 14693"/>
              <a:gd name="connsiteY0" fmla="*/ 9990 h 10000"/>
              <a:gd name="connsiteX1" fmla="*/ 21 w 14693"/>
              <a:gd name="connsiteY1" fmla="*/ 4 h 10000"/>
              <a:gd name="connsiteX2" fmla="*/ 14693 w 14693"/>
              <a:gd name="connsiteY2" fmla="*/ 0 h 10000"/>
              <a:gd name="connsiteX3" fmla="*/ 10411 w 14693"/>
              <a:gd name="connsiteY3" fmla="*/ 10000 h 10000"/>
              <a:gd name="connsiteX4" fmla="*/ 12 w 14693"/>
              <a:gd name="connsiteY4" fmla="*/ 9990 h 10000"/>
              <a:gd name="connsiteX0" fmla="*/ 29 w 14710"/>
              <a:gd name="connsiteY0" fmla="*/ 9990 h 10000"/>
              <a:gd name="connsiteX1" fmla="*/ 38 w 14710"/>
              <a:gd name="connsiteY1" fmla="*/ 4 h 10000"/>
              <a:gd name="connsiteX2" fmla="*/ 14710 w 14710"/>
              <a:gd name="connsiteY2" fmla="*/ 0 h 10000"/>
              <a:gd name="connsiteX3" fmla="*/ 10428 w 14710"/>
              <a:gd name="connsiteY3" fmla="*/ 10000 h 10000"/>
              <a:gd name="connsiteX4" fmla="*/ 29 w 14710"/>
              <a:gd name="connsiteY4" fmla="*/ 9990 h 10000"/>
              <a:gd name="connsiteX0" fmla="*/ 12 w 14693"/>
              <a:gd name="connsiteY0" fmla="*/ 9990 h 10000"/>
              <a:gd name="connsiteX1" fmla="*/ 21 w 14693"/>
              <a:gd name="connsiteY1" fmla="*/ 4 h 10000"/>
              <a:gd name="connsiteX2" fmla="*/ 14693 w 14693"/>
              <a:gd name="connsiteY2" fmla="*/ 0 h 10000"/>
              <a:gd name="connsiteX3" fmla="*/ 10411 w 14693"/>
              <a:gd name="connsiteY3" fmla="*/ 10000 h 10000"/>
              <a:gd name="connsiteX4" fmla="*/ 12 w 14693"/>
              <a:gd name="connsiteY4" fmla="*/ 9990 h 10000"/>
              <a:gd name="connsiteX0" fmla="*/ 12 w 14693"/>
              <a:gd name="connsiteY0" fmla="*/ 10000 h 10000"/>
              <a:gd name="connsiteX1" fmla="*/ 21 w 14693"/>
              <a:gd name="connsiteY1" fmla="*/ 4 h 10000"/>
              <a:gd name="connsiteX2" fmla="*/ 14693 w 14693"/>
              <a:gd name="connsiteY2" fmla="*/ 0 h 10000"/>
              <a:gd name="connsiteX3" fmla="*/ 10411 w 14693"/>
              <a:gd name="connsiteY3" fmla="*/ 10000 h 10000"/>
              <a:gd name="connsiteX4" fmla="*/ 12 w 14693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693" h="10000">
                <a:moveTo>
                  <a:pt x="12" y="10000"/>
                </a:moveTo>
                <a:cubicBezTo>
                  <a:pt x="-2" y="6662"/>
                  <a:pt x="-8" y="3533"/>
                  <a:pt x="21" y="4"/>
                </a:cubicBezTo>
                <a:lnTo>
                  <a:pt x="14693" y="0"/>
                </a:lnTo>
                <a:cubicBezTo>
                  <a:pt x="12721" y="4667"/>
                  <a:pt x="12167" y="5865"/>
                  <a:pt x="10411" y="10000"/>
                </a:cubicBezTo>
                <a:lnTo>
                  <a:pt x="12" y="1000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AU" dirty="0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527050" y="5948780"/>
            <a:ext cx="9505388" cy="216023"/>
          </a:xfrm>
        </p:spPr>
        <p:txBody>
          <a:bodyPr/>
          <a:lstStyle/>
          <a:p>
            <a:r>
              <a:rPr lang="en-AU" dirty="0"/>
              <a:t>V[XX] Effective: [MM/YYYY] Review: [MM/YYYY]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141578" y="5951450"/>
            <a:ext cx="523373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9" name="Picture 8" descr="A white line on a black background&#10;&#10;AI-generated content may be incorrect.">
            <a:extLst>
              <a:ext uri="{FF2B5EF4-FFF2-40B4-BE49-F238E27FC236}">
                <a16:creationId xmlns:a16="http://schemas.microsoft.com/office/drawing/2014/main" id="{F4807EE2-D5C2-6679-86EF-AC6FFE5A28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02609" y="18026"/>
            <a:ext cx="2632531" cy="6353944"/>
          </a:xfrm>
          <a:prstGeom prst="rect">
            <a:avLst/>
          </a:prstGeom>
        </p:spPr>
      </p:pic>
      <p:pic>
        <p:nvPicPr>
          <p:cNvPr id="11" name="Picture 10" descr="A white line on a black background&#10;&#10;AI-generated content may be incorrect.">
            <a:extLst>
              <a:ext uri="{FF2B5EF4-FFF2-40B4-BE49-F238E27FC236}">
                <a16:creationId xmlns:a16="http://schemas.microsoft.com/office/drawing/2014/main" id="{518FA824-1F16-28D7-C2F2-A8F84C691FB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64547" y="18026"/>
            <a:ext cx="3202593" cy="635394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226F2FE-EC54-B625-BAEE-A4572BED77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176" y="3140968"/>
            <a:ext cx="4011817" cy="504056"/>
          </a:xfrm>
        </p:spPr>
        <p:txBody>
          <a:bodyPr>
            <a:normAutofit/>
          </a:bodyPr>
          <a:lstStyle>
            <a:lvl1pPr>
              <a:defRPr lang="en-AU" sz="2800" b="1" dirty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57028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6: 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V[XX] Effective: [MM/YYYY] Review: [MM/YYYY]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DDA9EF6-F8B2-82B7-F1FD-94FDDD977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51" y="260648"/>
            <a:ext cx="11137568" cy="634082"/>
          </a:xfrm>
        </p:spPr>
        <p:txBody>
          <a:bodyPr>
            <a:normAutofit/>
          </a:bodyPr>
          <a:lstStyle>
            <a:lvl1pPr>
              <a:defRPr lang="en-AU" sz="28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65F5D25-F5F0-4032-29FD-1958CAA0B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51" y="1196752"/>
            <a:ext cx="5424933" cy="4896544"/>
          </a:xfr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 lang="en-US" dirty="0" smtClean="0"/>
            </a:lvl1pPr>
            <a:lvl2pPr>
              <a:spcBef>
                <a:spcPts val="0"/>
              </a:spcBef>
              <a:spcAft>
                <a:spcPts val="300"/>
              </a:spcAft>
              <a:defRPr lang="en-US" dirty="0" smtClean="0"/>
            </a:lvl2pPr>
            <a:lvl3pPr>
              <a:spcBef>
                <a:spcPts val="0"/>
              </a:spcBef>
              <a:spcAft>
                <a:spcPts val="300"/>
              </a:spcAft>
              <a:defRPr lang="en-US" dirty="0" smtClean="0"/>
            </a:lvl3pPr>
            <a:lvl4pPr>
              <a:defRPr>
                <a:solidFill>
                  <a:schemeClr val="accent3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71432B-E2F1-193F-06D0-CEE5196364E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40018" y="1196752"/>
            <a:ext cx="5424933" cy="4896544"/>
          </a:xfr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 lang="en-US" dirty="0" smtClean="0"/>
            </a:lvl1pPr>
            <a:lvl2pPr>
              <a:spcBef>
                <a:spcPts val="0"/>
              </a:spcBef>
              <a:spcAft>
                <a:spcPts val="300"/>
              </a:spcAft>
              <a:defRPr lang="en-US" dirty="0" smtClean="0"/>
            </a:lvl2pPr>
            <a:lvl3pPr>
              <a:spcBef>
                <a:spcPts val="0"/>
              </a:spcBef>
              <a:spcAft>
                <a:spcPts val="300"/>
              </a:spcAft>
              <a:defRPr lang="en-US" dirty="0" smtClean="0"/>
            </a:lvl3pPr>
            <a:lvl4pPr>
              <a:defRPr>
                <a:solidFill>
                  <a:schemeClr val="accent3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8781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7: 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0"/>
          </p:nvPr>
        </p:nvSpPr>
        <p:spPr>
          <a:xfrm>
            <a:off x="6272357" y="1195200"/>
            <a:ext cx="5391675" cy="4826088"/>
          </a:xfr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0" indent="0" algn="ctr">
              <a:buNone/>
              <a:defRPr lang="en-AU" dirty="0">
                <a:solidFill>
                  <a:schemeClr val="accent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V[XX] Effective: [MM/YYYY] Review: [MM/YYYY]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2B297BD-447E-A965-697C-E86B1EE44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51" y="260648"/>
            <a:ext cx="11137568" cy="634082"/>
          </a:xfrm>
        </p:spPr>
        <p:txBody>
          <a:bodyPr>
            <a:normAutofit/>
          </a:bodyPr>
          <a:lstStyle>
            <a:lvl1pPr>
              <a:defRPr lang="en-AU" sz="28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2E4C09-6C96-646D-9809-2C6306CC7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51" y="1196752"/>
            <a:ext cx="5424933" cy="4824536"/>
          </a:xfr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 lang="en-US" dirty="0" smtClean="0"/>
            </a:lvl1pPr>
            <a:lvl2pPr>
              <a:spcBef>
                <a:spcPts val="0"/>
              </a:spcBef>
              <a:spcAft>
                <a:spcPts val="300"/>
              </a:spcAft>
              <a:defRPr lang="en-US" dirty="0" smtClean="0"/>
            </a:lvl2pPr>
            <a:lvl3pPr>
              <a:spcBef>
                <a:spcPts val="0"/>
              </a:spcBef>
              <a:spcAft>
                <a:spcPts val="300"/>
              </a:spcAft>
              <a:defRPr lang="en-US" dirty="0" smtClean="0"/>
            </a:lvl3pPr>
            <a:lvl4pPr>
              <a:defRPr>
                <a:solidFill>
                  <a:schemeClr val="accent3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8781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8: 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7051" y="1196752"/>
            <a:ext cx="11184949" cy="424847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 lang="en-AU" dirty="0">
                <a:solidFill>
                  <a:schemeClr val="accent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7051" y="5589240"/>
            <a:ext cx="11184949" cy="43204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V[XX] Effective: [MM/YYYY] Review: [MM/YYYY]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8BECB5B-245A-E944-E0A5-5FF0F8286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51" y="260648"/>
            <a:ext cx="11137568" cy="634082"/>
          </a:xfrm>
        </p:spPr>
        <p:txBody>
          <a:bodyPr>
            <a:normAutofit/>
          </a:bodyPr>
          <a:lstStyle>
            <a:lvl1pPr>
              <a:defRPr lang="en-AU" sz="28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0272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9: 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1999" cy="5445225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 lang="en-AU" dirty="0">
                <a:solidFill>
                  <a:schemeClr val="accent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7051" y="5589240"/>
            <a:ext cx="11184949" cy="43204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V[XX] Effective: [MM/YYYY] Review: [MM/YYYY]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8BECB5B-245A-E944-E0A5-5FF0F8286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51" y="260648"/>
            <a:ext cx="11137568" cy="634082"/>
          </a:xfrm>
        </p:spPr>
        <p:txBody>
          <a:bodyPr>
            <a:normAutofit/>
          </a:bodyPr>
          <a:lstStyle>
            <a:lvl1pPr>
              <a:defRPr lang="en-AU" sz="28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82618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10: 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AU"/>
              <a:t>V[XX] Effective: [MM/YYYY] Review: [MM/YYYY]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AC5D055-EF48-3473-6B85-C58593BE9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51" y="260648"/>
            <a:ext cx="11137568" cy="634082"/>
          </a:xfrm>
        </p:spPr>
        <p:txBody>
          <a:bodyPr>
            <a:normAutofit/>
          </a:bodyPr>
          <a:lstStyle>
            <a:lvl1pPr>
              <a:defRPr lang="en-AU" sz="2800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7C24610-FF33-573B-E7CB-88311EE6D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51" y="1196752"/>
            <a:ext cx="11137568" cy="2232248"/>
          </a:xfr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 lang="en-US" dirty="0" smtClean="0"/>
            </a:lvl1pPr>
            <a:lvl2pPr>
              <a:spcBef>
                <a:spcPts val="0"/>
              </a:spcBef>
              <a:spcAft>
                <a:spcPts val="300"/>
              </a:spcAft>
              <a:defRPr lang="en-US" dirty="0" smtClean="0"/>
            </a:lvl2pPr>
            <a:lvl3pPr>
              <a:spcBef>
                <a:spcPts val="0"/>
              </a:spcBef>
              <a:spcAft>
                <a:spcPts val="300"/>
              </a:spcAft>
              <a:defRPr lang="en-US" dirty="0" smtClean="0"/>
            </a:lvl3pPr>
            <a:lvl4pPr>
              <a:defRPr>
                <a:solidFill>
                  <a:schemeClr val="accent3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AFA0029-669B-640C-2598-BCAD713C341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19329" y="3645024"/>
            <a:ext cx="11137568" cy="2448272"/>
          </a:xfr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 lang="en-US" dirty="0" smtClean="0"/>
            </a:lvl1pPr>
            <a:lvl2pPr>
              <a:spcBef>
                <a:spcPts val="0"/>
              </a:spcBef>
              <a:spcAft>
                <a:spcPts val="300"/>
              </a:spcAft>
              <a:defRPr lang="en-US" dirty="0" smtClean="0"/>
            </a:lvl2pPr>
            <a:lvl3pPr>
              <a:spcBef>
                <a:spcPts val="0"/>
              </a:spcBef>
              <a:spcAft>
                <a:spcPts val="300"/>
              </a:spcAft>
              <a:defRPr lang="en-US" dirty="0" smtClean="0"/>
            </a:lvl3pPr>
            <a:lvl4pPr>
              <a:defRPr>
                <a:solidFill>
                  <a:schemeClr val="accent3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87013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773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7051" y="116632"/>
            <a:ext cx="11137568" cy="778098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7051" y="1196752"/>
            <a:ext cx="11137568" cy="48245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7050" y="6308221"/>
            <a:ext cx="9505388" cy="21602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rgbClr val="333333"/>
                </a:solidFill>
              </a:defRPr>
            </a:lvl1pPr>
          </a:lstStyle>
          <a:p>
            <a:r>
              <a:rPr lang="en-AU"/>
              <a:t>V[XX] Effective: [MM/YYYY] Review: [MM/YYYY]</a:t>
            </a:r>
            <a:endParaRPr lang="en-AU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41578" y="6308220"/>
            <a:ext cx="523373" cy="217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333333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8683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8" r:id="rId2"/>
    <p:sldLayoutId id="2147483763" r:id="rId3"/>
    <p:sldLayoutId id="2147483769" r:id="rId4"/>
    <p:sldLayoutId id="2147483767" r:id="rId5"/>
    <p:sldLayoutId id="2147483650" r:id="rId6"/>
    <p:sldLayoutId id="2147483770" r:id="rId7"/>
    <p:sldLayoutId id="2147483773" r:id="rId8"/>
    <p:sldLayoutId id="2147483771" r:id="rId9"/>
    <p:sldLayoutId id="2147483777" r:id="rId10"/>
    <p:sldLayoutId id="2147483778" r:id="rId11"/>
    <p:sldLayoutId id="2147483779" r:id="rId12"/>
    <p:sldLayoutId id="2147483652" r:id="rId13"/>
    <p:sldLayoutId id="2147483761" r:id="rId14"/>
    <p:sldLayoutId id="2147483657" r:id="rId15"/>
    <p:sldLayoutId id="2147483775" r:id="rId16"/>
    <p:sldLayoutId id="2147483728" r:id="rId17"/>
    <p:sldLayoutId id="2147483762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spcBef>
          <a:spcPct val="0"/>
        </a:spcBef>
        <a:buNone/>
        <a:defRPr sz="20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9388" indent="-179388" algn="l" defTabSz="914400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58775" indent="-179388" algn="l" defTabSz="914400" rtl="0" eaLnBrk="1" latinLnBrk="0" hangingPunct="1"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9750" indent="-179388" algn="l" defTabSz="914400" rtl="0" eaLnBrk="1" latinLnBrk="0" hangingPunct="1">
        <a:spcBef>
          <a:spcPts val="0"/>
        </a:spcBef>
        <a:spcAft>
          <a:spcPts val="300"/>
        </a:spcAft>
        <a:buClr>
          <a:schemeClr val="tx1"/>
        </a:buClr>
        <a:buFont typeface="Courier New" panose="02070309020205020404" pitchFamily="49" charset="0"/>
        <a:buChar char="o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spcBef>
          <a:spcPts val="600"/>
        </a:spcBef>
        <a:spcAft>
          <a:spcPts val="300"/>
        </a:spcAft>
        <a:buFont typeface="Arial" panose="020B0604020202020204" pitchFamily="34" charset="0"/>
        <a:buNone/>
        <a:defRPr sz="1600" b="0" kern="1200" baseline="0">
          <a:solidFill>
            <a:schemeClr val="accent2"/>
          </a:solidFill>
          <a:latin typeface="+mn-lt"/>
          <a:ea typeface="+mn-ea"/>
          <a:cs typeface="+mn-cs"/>
        </a:defRPr>
      </a:lvl4pPr>
      <a:lvl5pPr marL="892175" indent="-177800" algn="l" defTabSz="914400" rtl="0" eaLnBrk="1" latinLnBrk="0" hangingPunct="1">
        <a:spcBef>
          <a:spcPts val="0"/>
        </a:spcBef>
        <a:spcAft>
          <a:spcPts val="300"/>
        </a:spcAft>
        <a:buFont typeface="Arial" pitchFamily="34" charset="0"/>
        <a:buChar char="−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pic>
        <p:nvPicPr>
          <p:cNvPr id="4" name="Picture 3" descr="chhhs-content-v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92608"/>
            <a:ext cx="11186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Neocam | decision-model consistency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28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/>
            </a:pPr>
            <a:r>
              <a:t>Existing evidence; five configurations; four regional portfolios.</a:t>
            </a:r>
          </a:p>
          <a:p>
            <a:pPr>
              <a:spcAft>
                <a:spcPts val="1600"/>
              </a:spcAft>
              <a:defRPr sz="2000"/>
            </a:pPr>
            <a:r>
              <a:t>Declared inputs now reach the calculations. One equipment estate aligns retention and cash budgets.</a:t>
            </a:r>
          </a:p>
          <a:p>
            <a:pPr>
              <a:spcAft>
                <a:spcPts val="1600"/>
              </a:spcAft>
              <a:defRPr sz="2000"/>
            </a:pPr>
            <a:r>
              <a:t>Current outputs are regenerated together. Uncertain clinical effects and incomplete validation remain explicit.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pic>
        <p:nvPicPr>
          <p:cNvPr id="4" name="Picture 3" descr="chhhs-content-v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92608"/>
            <a:ext cx="11186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Conditional annual resource results</a:t>
            </a:r>
          </a:p>
        </p:txBody>
      </p:sp>
      <p:pic>
        <p:nvPicPr>
          <p:cNvPr id="6" name="Picture 5" descr="resource_interv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234440"/>
            <a:ext cx="10180320" cy="49834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pic>
        <p:nvPicPr>
          <p:cNvPr id="4" name="Picture 3" descr="chhhs-content-v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92608"/>
            <a:ext cx="11186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One estate, coherent purchases and replacements</a:t>
            </a:r>
          </a:p>
        </p:txBody>
      </p:sp>
      <p:pic>
        <p:nvPicPr>
          <p:cNvPr id="6" name="Picture 5" descr="mixed_estate_capi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234440"/>
            <a:ext cx="10180320" cy="49834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pic>
        <p:nvPicPr>
          <p:cNvPr id="4" name="Picture 3" descr="chhhs-content-v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92608"/>
            <a:ext cx="11186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Corrected secondary health scenario</a:t>
            </a:r>
          </a:p>
        </p:txBody>
      </p:sp>
      <p:pic>
        <p:nvPicPr>
          <p:cNvPr id="6" name="Picture 5" descr="utility_corr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234440"/>
            <a:ext cx="10180320" cy="49834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pic>
        <p:nvPicPr>
          <p:cNvPr id="4" name="Picture 3" descr="chhhs-content-v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92608"/>
            <a:ext cx="11186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Interpret the results at the right 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28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/>
            </a:pPr>
            <a:r>
              <a:t>Health-system resource value is not the same as CHHHS cash savings or Commonwealth/state funding.</a:t>
            </a:r>
          </a:p>
          <a:p>
            <a:pPr>
              <a:spcAft>
                <a:spcPts val="1600"/>
              </a:spcAft>
              <a:defRPr sz="2000"/>
            </a:pPr>
            <a:r>
              <a:t>Video may improve care without reducing transfers. No causal survival or QALY benefit is credited in the reference analysis.</a:t>
            </a:r>
          </a:p>
          <a:p>
            <a:pPr>
              <a:spcAft>
                <a:spcPts val="1600"/>
              </a:spcAft>
              <a:defRPr sz="2000"/>
            </a:pPr>
            <a:r>
              <a:t>Prototype equivalence, local eligibility, marginal retrieval costs and funding responses remain assumptions.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pic>
        <p:nvPicPr>
          <p:cNvPr id="4" name="Picture 3" descr="chhhs-content-v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92608"/>
            <a:ext cx="11186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Work to finish before publication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28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/>
            </a:pPr>
            <a:r>
              <a:t>Complete original-source and critical full-text verification; independent clinical/economic review.</a:t>
            </a:r>
          </a:p>
          <a:p>
            <a:pPr>
              <a:spcAft>
                <a:spcPts val="1600"/>
              </a:spcAft>
              <a:defRPr sz="2000"/>
            </a:pPr>
            <a:r>
              <a:t>Resolve the real environment lock; execute required security and quality tools, including Gitleaks.</a:t>
            </a:r>
          </a:p>
          <a:p>
            <a:pPr>
              <a:spcAft>
                <a:spcPts val="1600"/>
              </a:spcAft>
              <a:defRPr sz="2000"/>
            </a:pPr>
            <a:r>
              <a:t>Finish private repository/history transfer and reproduce from a fresh clone. No public release is authorised.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HHS">
  <a:themeElements>
    <a:clrScheme name="CHHHS Presentation">
      <a:dk1>
        <a:sysClr val="windowText" lastClr="000000"/>
      </a:dk1>
      <a:lt1>
        <a:sysClr val="window" lastClr="FFFFFF"/>
      </a:lt1>
      <a:dk2>
        <a:srgbClr val="348693"/>
      </a:dk2>
      <a:lt2>
        <a:srgbClr val="E7E6E6"/>
      </a:lt2>
      <a:accent1>
        <a:srgbClr val="618450"/>
      </a:accent1>
      <a:accent2>
        <a:srgbClr val="71B16D"/>
      </a:accent2>
      <a:accent3>
        <a:srgbClr val="44B1C7"/>
      </a:accent3>
      <a:accent4>
        <a:srgbClr val="F7C470"/>
      </a:accent4>
      <a:accent5>
        <a:srgbClr val="348693"/>
      </a:accent5>
      <a:accent6>
        <a:srgbClr val="636569"/>
      </a:accent6>
      <a:hlink>
        <a:srgbClr val="618450"/>
      </a:hlink>
      <a:folHlink>
        <a:srgbClr val="71B16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nhhs-powerpoint-wide-lr" id="{0398BD9F-4BEA-A74D-AC13-EA075157E278}" vid="{A4F15603-CCFD-8245-BB04-F3116E3FF3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50D9894A26AB4899CC8AF478561309" ma:contentTypeVersion="17" ma:contentTypeDescription="Create a new document." ma:contentTypeScope="" ma:versionID="656a2c793ea3eb047ae37ebbd985c6e6">
  <xsd:schema xmlns:xsd="http://www.w3.org/2001/XMLSchema" xmlns:xs="http://www.w3.org/2001/XMLSchema" xmlns:p="http://schemas.microsoft.com/office/2006/metadata/properties" xmlns:ns2="97becbf7-fef3-48bd-acf4-b0783eb71c5a" xmlns:ns3="6a60e770-606a-4435-8034-97d279326c4d" xmlns:ns4="3e035340-2944-4727-9f74-27603fa6c14a" targetNamespace="http://schemas.microsoft.com/office/2006/metadata/properties" ma:root="true" ma:fieldsID="3f5975477f4db49055988dbd3d844b24" ns2:_="" ns3:_="" ns4:_="">
    <xsd:import namespace="97becbf7-fef3-48bd-acf4-b0783eb71c5a"/>
    <xsd:import namespace="6a60e770-606a-4435-8034-97d279326c4d"/>
    <xsd:import namespace="3e035340-2944-4727-9f74-27603fa6c1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becbf7-fef3-48bd-acf4-b0783eb71c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8e950ff-f1bc-4f65-9ab7-38c216eebb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60e770-606a-4435-8034-97d279326c4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035340-2944-4727-9f74-27603fa6c14a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ceb44ec2-fda2-4284-a175-0a52f1db559f}" ma:internalName="TaxCatchAll" ma:showField="CatchAllData" ma:web="6a60e770-606a-4435-8034-97d279326c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035340-2944-4727-9f74-27603fa6c14a" xsi:nil="true"/>
    <lcf76f155ced4ddcb4097134ff3c332f xmlns="97becbf7-fef3-48bd-acf4-b0783eb71c5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1DAB245-50A5-4874-9C63-F7F37E80BF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becbf7-fef3-48bd-acf4-b0783eb71c5a"/>
    <ds:schemaRef ds:uri="6a60e770-606a-4435-8034-97d279326c4d"/>
    <ds:schemaRef ds:uri="3e035340-2944-4727-9f74-27603fa6c1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865FD3F-B291-4353-86F7-9B8D9EB21A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9EA7639-C6E2-4A1F-A6D1-4B9D8F3CA202}">
  <ds:schemaRefs>
    <ds:schemaRef ds:uri="97becbf7-fef3-48bd-acf4-b0783eb71c5a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2006/metadata/properties"/>
    <ds:schemaRef ds:uri="http://purl.org/dc/terms/"/>
    <ds:schemaRef ds:uri="http://schemas.microsoft.com/office/infopath/2007/PartnerControls"/>
    <ds:schemaRef ds:uri="3e035340-2944-4727-9f74-27603fa6c14a"/>
    <ds:schemaRef ds:uri="6a60e770-606a-4435-8034-97d279326c4d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mnhhs-powerpoint-wide</Template>
  <TotalTime>4246</TotalTime>
  <Words>776</Words>
  <Application>Microsoft Office PowerPoint</Application>
  <PresentationFormat>Widescreen</PresentationFormat>
  <Paragraphs>107</Paragraphs>
  <Slides>18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CHHHS</vt:lpstr>
      <vt:lpstr>How to use this template</vt:lpstr>
      <vt:lpstr>Available slide layouts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Our Shared Values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CHHHS colours</vt:lpstr>
      <vt:lpstr>Pie chart example</vt:lpstr>
      <vt:lpstr>SmartArt example – Single colour</vt:lpstr>
      <vt:lpstr>SmartArt example  – Multi colour</vt:lpstr>
    </vt:vector>
  </TitlesOfParts>
  <Company>Cairns and Hinterland Hospital and Health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CHHHS PowerPoint template</dc:subject>
  <dc:creator>Karrissa Armstrong</dc:creator>
  <cp:lastModifiedBy>Karrissa Armstrong</cp:lastModifiedBy>
  <cp:revision>20</cp:revision>
  <dcterms:created xsi:type="dcterms:W3CDTF">2025-06-24T04:55:48Z</dcterms:created>
  <dcterms:modified xsi:type="dcterms:W3CDTF">2025-08-20T04:40:19Z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0x0101007D50D9894A26AB4899CC8AF478561309</vt:lpwstr>
  </property>
  <property fmtid="{D5CDD505-2E9C-101B-9397-08002B2CF9AE}" pid="3" name="MediaServiceImageTags">
    <vt:lpwstr/>
  </property>
</Properties>
</file>