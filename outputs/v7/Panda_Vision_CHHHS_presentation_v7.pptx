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supplied CHHHS artwork. Simulated reviews are same-author role-based passes, not independent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outputs/v7/regional_roster.csv; historical birth tables and current service-directory notes.
Discussion draft 28 October 2026. Sources and assumptions are documented in the v7 pathway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src/perspectives_v7.py; provider is nested in the health system, not an extra additive component.
Discussion draft 28 October 2026. Sources and assumptions are documented in the v7 pathway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outputs/v7/psa_perspectives.csv; reference Panda versus telephone.
Discussion draft 28 October 2026. Sources and assumptions are documented in the v7 pathway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vop_poc_nz perspective.py contract1.1.0; inspected pinned commit; own lightweight NumPy adapter.
Discussion draft 28 October 2026. Sources and assumptions are documented in the v7 pathway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Achana et al.2022; PMC9543967 Table4. Peart et al.2021 Australian cohort is a corroborative abstract-only lead.
Discussion draft 28 October 2026. Sources and assumptions are documented in the v7 pathway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outputs/v7/health_thresholds.csv; hypothetical AUD50,000/QALY, not an official Australian threshold.
Discussion draft 28 October 2026. Sources and assumptions are documented in the v7 pathway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evidence/v7/parameter_audit.csv; tests/test_v7_review_repairs.py; no local likelihood was fitted.
Discussion draft 28 October 2026. Sources and assumptions are documented in the v7 pathway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sources/source_register.csv; sources/manifest.json; sources/retrieval_receipts.json.
Discussion draft 28 October 2026. Sources and assumptions are documented in the v7 pathway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conductor/current-state.json; docs/validation/v7/simulated_panel.md; final actual assurance receipt.
Discussion draft 28 October 2026. Sources and assumptions are documented in the v7 pathway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hhhs-content-v2-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hhhs-title-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 Vision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269748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investment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value of perspective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4892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October 2026 | Model revision v7 | Discussion draft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983480" y="6016752"/>
            <a:ext cx="4251960" cy="365760"/>
          </a:xfrm>
          <a:prstGeom prst="rect">
            <a:avLst/>
          </a:prstGeom>
          <a:solidFill>
            <a:srgbClr val="2C788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draft | v7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regional decision is different from the state decision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portfolios share the same clinical uncertainty; they do not have the same utilisation.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outputs/v7/regional_roster.csv; historical birth tables and current service-directory notes.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88720"/>
                <a:gridCol w="667512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Portfolio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Interpretation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Atherton, Mareeba and Innisfail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CHHHS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Hospital/emergency readiness network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CHHHS + TCHHS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Cooktown, Weipa, Thursday Island and Bamaga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Illustrative Queensland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Historical non-hub spoke selection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community clinic; not a certified installation list. Missing births are not observed zeros. Reopened and referral-only structures are tested separately.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resource value from financial transfers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perspective must not borrow another organisation’s savings without an explicit allocation.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src/perspectives_v7.py; provider is nested in the health system, not an extra additive component.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77240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Perspective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Readout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system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Programme + local/receiving care + retrieval resources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Societal, bounded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resources plus family travel/time; wider effects unquantified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CHHHS provider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Regional resource exposure before unverified revenue settlements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Patient / family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Out-of-pocket travel after subsidy and opportunity time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/ Commonwealth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Conditional allocation and funding response, not actual entitlement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+ Commonwealth + patient/family = bounded societal cost. Subsidies reallocate burden; they do not create resources.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Panda’s regional financial result remains uncertain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paired draws; conditional on researcher priors, not measured programme effects.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outputs/v7/psa_perspectives.csv; reference Panda versus telephone.</a:t>
            </a:r>
            <a:endParaRPr lang="en-US" sz="800" dirty="0"/>
          </a:p>
        </p:txBody>
      </p:sp>
      <p:pic>
        <p:nvPicPr>
          <p:cNvPr id="6" name="Image 0" descr="outputs/v7/figures/01_regional_uncertain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772400" cy="4480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0" y="1508760"/>
            <a:ext cx="274320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50.5%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probability of saving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sites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686800" y="3063240"/>
            <a:ext cx="274320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39.2%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regional probability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Fourteen readiness locations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686800" y="4800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at low volumes can add cost.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 can change the investment decision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fixed expected-value choices, not per-draw perfect information.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vop_poc_nz perspective.py contract1.1.0; inspected pinned commit; own lightweight NumPy adapter.</a:t>
            </a:r>
            <a:endParaRPr lang="en-US" sz="800" dirty="0"/>
          </a:p>
        </p:txBody>
      </p:sp>
      <p:pic>
        <p:nvPicPr>
          <p:cNvPr id="6" name="Image 0" descr="outputs/v7/figures/03_value_of_perspec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6949440" cy="457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no forced discordance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955280" y="1993392"/>
            <a:ext cx="34747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and societal expected choices coincide in the reference comparison. Zero directional regret is retained.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95528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 stress test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955280" y="4096512"/>
            <a:ext cx="34747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CHHHS bears local costs but no receiving/retrieval benefit, its telephone choice creates about $26.0k/year societal regret in the combined network.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utilities are useful—but not a video-effect estimate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mortality, QALY or DALY improvement is credited in the reference analysis.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Achana et al.2022; PMC9543967 Table4. Peart et al.2021 Australian cohort is a corroborative abstract-only lead.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840480"/>
                <a:gridCol w="411480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Age-11 measure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preterm utility decrement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HUI2, UK SI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 (95% CI0.09–0.18)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Proxy childhood cohort, not intervention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HUI3, Canada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 (95% CI0.18–0.37)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 instrument and preference tariff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22960" y="32004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as a bounded bridge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22960" y="3639312"/>
            <a:ext cx="4892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assumed fractions, duration and discounting from age 11; do not extrapolate these utilities to infancy. Video does not prevent prematurity.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400800" y="3200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metrics distinct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400800" y="3639312"/>
            <a:ext cx="48463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QALYs need survival and utility; DALYs need YLL/YLD and disability weights. Do not use utility = 1 − disability weight.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how much health gain would justify the expenditure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threshold is an answerable modelling question even when the causal effect is unknown.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outputs/v7/health_thresholds.csv; hypothetical AUD50,000/QALY, not an official Australian threshold.</a:t>
            </a:r>
            <a:endParaRPr lang="en-US" sz="800" dirty="0"/>
          </a:p>
        </p:txBody>
      </p:sp>
      <p:pic>
        <p:nvPicPr>
          <p:cNvPr id="6" name="Image 0" descr="outputs/v7/figures/06_health_thresh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818120" cy="4480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32520" y="1645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transfer benefit assumed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732520" y="2084832"/>
            <a:ext cx="2697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threshold pays for the programme cost. Additional future costs among extra survivors would raise it.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732520" y="3931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relabel it as benefit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732520" y="4370832"/>
            <a:ext cx="2697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required quality-adjusted days per consultation, not observed improvement.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produced specific repairs—not more infrastructure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audit, provenance and exact arithmetic remain more important than simulation volume.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evidence/v7/parameter_audit.csv; tests/test_v7_review_repairs.py; no local likelihood was fitted.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10698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49224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Implemented response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Changed-mean beta clipping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mean/concentration parameters without boundary atoms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Statewide benefits assigned to CHHHS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Restrict receiving allocation to the regional origin catchment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Transfers mistaken for resource gains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Enforce exact payer/patient reconciliation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Historical evidence overwrite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 current assurance output paths to v7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Potential source redirect escape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 HTTPS host before a redirect request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Synthetic panel independence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 simulated roles as same-author self-review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preservation is explicit—and incomplete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numerical transcription is not the original source workbook.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sources/source_register.csv; sources/manifest.json; sources/retrieval_receipts.json.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2296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in the private project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1993392"/>
            <a:ext cx="493776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Supplied corporate originals; selected ELC pricing excerpt; IHACPA and NHRA transcriptions; HRQoL abstractions; source URLs, hashes and rights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4652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acquired or certified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46520" y="1993392"/>
            <a:ext cx="484632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original PDF/XLSX downloads failed on DNS. Four core article full texts remain gaps. Gitleaks and the full pinned environment were not executed successfully.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patient-level data added. Do not publish corporate artwork, the restricted ELC excerpt or other files without checking redistribution rights.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v7 for conditional investment and evidence priorities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and software checks do not substitute for clinical validation.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conductor/current-state.json; docs/validation/v7/simulated_panel.md; final actual assurance receipt.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2296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model questions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1947672"/>
            <a:ext cx="493776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scope; provider and payer allocation; fixed-decision VoP; null/alternative effects; prototype/retention; bounded health thresholds.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46520" y="1508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open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46520" y="1947672"/>
            <a:ext cx="484632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capability/routing; local marginal costs and QEP; core full texts; independent clinical/economic review; locked toolchain, Gitleaks and hosted CI.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simulated reviewer roles are documented. They are not independent subagents. Preserve the lean design and resolve decision-critical evidence before adding further complexity.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 Vision | Regional perspectives and evidence audit | v7</dc:title>
  <dc:subject>Preliminary economic evaluation</dc:subject>
  <dc:creator>Evaluation working draft</dc:creator>
  <cp:lastModifiedBy>Evaluation working draft</cp:lastModifiedBy>
  <cp:revision>1</cp:revision>
  <dcterms:created xsi:type="dcterms:W3CDTF">2026-10-28T14:56:08Z</dcterms:created>
  <dcterms:modified xsi:type="dcterms:W3CDTF">2026-10-28T14:56:08Z</dcterms:modified>
</cp:coreProperties>
</file>